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4"/>
  </p:sldMasterIdLst>
  <p:notesMasterIdLst>
    <p:notesMasterId r:id="rId62"/>
  </p:notesMasterIdLst>
  <p:handoutMasterIdLst>
    <p:handoutMasterId r:id="rId63"/>
  </p:handoutMasterIdLst>
  <p:sldIdLst>
    <p:sldId id="442" r:id="rId5"/>
    <p:sldId id="464" r:id="rId6"/>
    <p:sldId id="498" r:id="rId7"/>
    <p:sldId id="499" r:id="rId8"/>
    <p:sldId id="443" r:id="rId9"/>
    <p:sldId id="451" r:id="rId10"/>
    <p:sldId id="444" r:id="rId11"/>
    <p:sldId id="465" r:id="rId12"/>
    <p:sldId id="448" r:id="rId13"/>
    <p:sldId id="501" r:id="rId14"/>
    <p:sldId id="467" r:id="rId15"/>
    <p:sldId id="506" r:id="rId16"/>
    <p:sldId id="496" r:id="rId17"/>
    <p:sldId id="495" r:id="rId18"/>
    <p:sldId id="494" r:id="rId19"/>
    <p:sldId id="508" r:id="rId20"/>
    <p:sldId id="502" r:id="rId21"/>
    <p:sldId id="493" r:id="rId22"/>
    <p:sldId id="509" r:id="rId23"/>
    <p:sldId id="470" r:id="rId24"/>
    <p:sldId id="510" r:id="rId25"/>
    <p:sldId id="471" r:id="rId26"/>
    <p:sldId id="472" r:id="rId27"/>
    <p:sldId id="473" r:id="rId28"/>
    <p:sldId id="474" r:id="rId29"/>
    <p:sldId id="511" r:id="rId30"/>
    <p:sldId id="475" r:id="rId31"/>
    <p:sldId id="477" r:id="rId32"/>
    <p:sldId id="478" r:id="rId33"/>
    <p:sldId id="487" r:id="rId34"/>
    <p:sldId id="479" r:id="rId35"/>
    <p:sldId id="480" r:id="rId36"/>
    <p:sldId id="481" r:id="rId37"/>
    <p:sldId id="482" r:id="rId38"/>
    <p:sldId id="483" r:id="rId39"/>
    <p:sldId id="484" r:id="rId40"/>
    <p:sldId id="504" r:id="rId41"/>
    <p:sldId id="488" r:id="rId42"/>
    <p:sldId id="507" r:id="rId43"/>
    <p:sldId id="486" r:id="rId44"/>
    <p:sldId id="485" r:id="rId45"/>
    <p:sldId id="489" r:id="rId46"/>
    <p:sldId id="490" r:id="rId47"/>
    <p:sldId id="505" r:id="rId48"/>
    <p:sldId id="491" r:id="rId49"/>
    <p:sldId id="492" r:id="rId50"/>
    <p:sldId id="497" r:id="rId51"/>
    <p:sldId id="453" r:id="rId52"/>
    <p:sldId id="466" r:id="rId53"/>
    <p:sldId id="462" r:id="rId54"/>
    <p:sldId id="513" r:id="rId55"/>
    <p:sldId id="512" r:id="rId56"/>
    <p:sldId id="514" r:id="rId57"/>
    <p:sldId id="503" r:id="rId58"/>
    <p:sldId id="463" r:id="rId59"/>
    <p:sldId id="460" r:id="rId60"/>
    <p:sldId id="461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DACFC"/>
    <a:srgbClr val="09090C"/>
    <a:srgbClr val="FFFFFF"/>
    <a:srgbClr val="000000"/>
    <a:srgbClr val="9B8C69"/>
    <a:srgbClr val="79958B"/>
    <a:srgbClr val="476262"/>
    <a:srgbClr val="272D2B"/>
    <a:srgbClr val="647E6B"/>
    <a:srgbClr val="A27C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1962" y="132"/>
      </p:cViewPr>
      <p:guideLst>
        <p:guide orient="horz" pos="2160"/>
        <p:guide pos="381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theme" Target="theme/theme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18B6240-78DA-093E-542D-EA8232A5226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F21978-CD08-4DE4-0B35-D8E00EB9822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1042AC-E7EB-4533-80AB-C3850196CED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733651-3489-31BD-ED31-0609855FBC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61A6A1-1395-B89B-42E0-2208966D9FB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D1E2F7-14E3-4821-A409-B7BC1E27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606211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863BC9-3C98-4AB2-8802-02853E289FB4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2E5B5A-C175-4C17-879C-A25F50F47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4285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2E5B5A-C175-4C17-879C-A25F50F472D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3901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2E5B5A-C175-4C17-879C-A25F50F472D7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5253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359139-99F8-4B6E-8834-95F2B9D91EE4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660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17452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BE14B8-5058-4271-B378-2217DE83796E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47129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2" y="11899"/>
            <a:ext cx="12192001" cy="686571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459253"/>
            <a:ext cx="5658468" cy="2691359"/>
          </a:xfrm>
        </p:spPr>
        <p:txBody>
          <a:bodyPr/>
          <a:lstStyle>
            <a:lvl1pPr>
              <a:defRPr sz="4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2264" y="516600"/>
            <a:ext cx="2593814" cy="162788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2265" y="219456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3200" y="219456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79FB602-DB7A-4B0E-854D-FB51F38BB0AA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871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35E5011-9B67-D528-E120-F5ABBF8FE5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25" r="1082" b="9618"/>
          <a:stretch>
            <a:fillRect/>
          </a:stretch>
        </p:blipFill>
        <p:spPr>
          <a:xfrm>
            <a:off x="-13716" y="0"/>
            <a:ext cx="12205716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C9965342-2954-67DF-2693-F39C0B9F8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426598"/>
            <a:ext cx="9942409" cy="671387"/>
          </a:xfrm>
        </p:spPr>
        <p:txBody>
          <a:bodyPr/>
          <a:lstStyle>
            <a:lvl1pPr>
              <a:defRPr sz="4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FEB4B13F-216B-09EA-9E05-12FBA70B82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3413" y="1097985"/>
            <a:ext cx="3704199" cy="1035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8793" y="6357493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36185" y="6357493"/>
            <a:ext cx="225864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72F7A5-01BF-4366-9757-1F523CD5236A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4" y="6357493"/>
            <a:ext cx="4572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954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object&#10;&#10;AI-generated content may be incorrect.">
            <a:extLst>
              <a:ext uri="{FF2B5EF4-FFF2-40B4-BE49-F238E27FC236}">
                <a16:creationId xmlns:a16="http://schemas.microsoft.com/office/drawing/2014/main" id="{056372A1-E778-B10F-98CF-995841167A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84" t="9400" r="1623" b="307"/>
          <a:stretch>
            <a:fillRect/>
          </a:stretch>
        </p:blipFill>
        <p:spPr>
          <a:xfrm>
            <a:off x="0" y="875"/>
            <a:ext cx="12192000" cy="6857125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7D2650CC-89A0-A174-E856-05805DBC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356684"/>
            <a:ext cx="6346974" cy="2667527"/>
          </a:xfrm>
        </p:spPr>
        <p:txBody>
          <a:bodyPr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1E66F2C5-A94C-40FD-0A7D-A7D695991E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3414" y="5266344"/>
            <a:ext cx="3291920" cy="982055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2265" y="222117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3200" y="222117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79FB602-DB7A-4B0E-854D-FB51F38BB0AA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5267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red and purple light&#10;&#10;AI-generated content may be incorrect.">
            <a:extLst>
              <a:ext uri="{FF2B5EF4-FFF2-40B4-BE49-F238E27FC236}">
                <a16:creationId xmlns:a16="http://schemas.microsoft.com/office/drawing/2014/main" id="{34DC879D-8888-CA20-363B-ADD601ABDB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9" t="34949" r="912"/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3491" y="2122471"/>
            <a:ext cx="7348909" cy="167264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400" baseline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16399" y="2122470"/>
            <a:ext cx="2052235" cy="167264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2284" y="233990"/>
            <a:ext cx="257868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6573"/>
            <a:ext cx="15621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192309C-B050-4356-96E7-0276C1563BD7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400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86116429-CFD9-2016-C240-A97B232DE4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11" t="2700" r="25757" b="19631"/>
          <a:stretch>
            <a:fillRect/>
          </a:stretch>
        </p:blipFill>
        <p:spPr>
          <a:xfrm rot="10800000" flipH="1">
            <a:off x="0" y="-1713"/>
            <a:ext cx="12205716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6693" y="2705100"/>
            <a:ext cx="11562393" cy="41529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11500" baseline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53135" y="564350"/>
            <a:ext cx="3645744" cy="905862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9462" y="197680"/>
            <a:ext cx="256177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706100" y="209088"/>
            <a:ext cx="102298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FFF4B2E-F868-48E9-9355-A1AA601AAA8B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0311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  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6AD7145-734D-256B-1335-1014B6A32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952" cy="3429000"/>
          </a:xfrm>
          <a:gradFill>
            <a:gsLst>
              <a:gs pos="55000">
                <a:srgbClr val="000000">
                  <a:alpha val="53000"/>
                </a:srgbClr>
              </a:gs>
              <a:gs pos="87000">
                <a:srgbClr val="000000">
                  <a:alpha val="63922"/>
                </a:srgbClr>
              </a:gs>
              <a:gs pos="23000">
                <a:srgbClr val="000000">
                  <a:alpha val="0"/>
                </a:srgbClr>
              </a:gs>
            </a:gsLst>
            <a:lin ang="15900000" scaled="0"/>
          </a:gradFill>
        </p:spPr>
        <p:txBody>
          <a:bodyPr lIns="457200" tIns="685800" rIns="5029200" bIns="0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5C312AD0-A2D2-0388-F1F0-E17A9F7893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24192" y="-1"/>
            <a:ext cx="3740652" cy="3050627"/>
          </a:xfrm>
        </p:spPr>
        <p:txBody>
          <a:bodyPr vert="horz" lIns="594360" tIns="685800" rIns="320040" bIns="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19100" y="220344"/>
            <a:ext cx="255270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10065" y="219456"/>
            <a:ext cx="190500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560963-1EEA-4BDE-8FF9-3FEE13B5D43C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288609" y="215988"/>
            <a:ext cx="555948" cy="33719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0230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 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EDC0447-22FD-BF05-BC68-3FDEDEDFC5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5323784" cy="6858000"/>
          </a:xfrm>
          <a:gradFill>
            <a:gsLst>
              <a:gs pos="41000">
                <a:srgbClr val="000000">
                  <a:alpha val="46000"/>
                </a:srgbClr>
              </a:gs>
              <a:gs pos="71000">
                <a:srgbClr val="000000">
                  <a:alpha val="58000"/>
                </a:srgbClr>
              </a:gs>
              <a:gs pos="100000">
                <a:srgbClr val="000000">
                  <a:alpha val="61000"/>
                </a:srgbClr>
              </a:gs>
              <a:gs pos="10000">
                <a:srgbClr val="000000">
                  <a:alpha val="0"/>
                </a:srgbClr>
              </a:gs>
            </a:gsLst>
            <a:lin ang="10800000" scaled="0"/>
          </a:gradFill>
        </p:spPr>
        <p:txBody>
          <a:bodyPr lIns="457200" tIns="1371600" rIns="822960" bIns="914400" anchor="b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A1999F2-A538-F369-DF48-BB68DFFF8D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9099" y="6032498"/>
            <a:ext cx="4419599" cy="579757"/>
          </a:xfrm>
        </p:spPr>
        <p:txBody>
          <a:bodyPr vert="horz" lIns="91440" tIns="0" rIns="91440" bIns="0" rtlCol="0" anchor="t">
            <a:normAutofit/>
          </a:bodyPr>
          <a:lstStyle>
            <a:lvl1pPr marL="0" indent="0">
              <a:lnSpc>
                <a:spcPct val="120000"/>
              </a:lnSpc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19100" y="220344"/>
            <a:ext cx="255270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01100" y="213072"/>
            <a:ext cx="190500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560963-1EEA-4BDE-8FF9-3FEE13B5D43C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62195" y="215988"/>
            <a:ext cx="448805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700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63843"/>
            <a:ext cx="12188952" cy="2394157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01099" y="4463843"/>
            <a:ext cx="3387853" cy="2394157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37656" y="219456"/>
            <a:ext cx="27406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66095" y="219456"/>
            <a:ext cx="195799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560963-1EEA-4BDE-8FF9-3FEE13B5D43C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62195" y="219456"/>
            <a:ext cx="448805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3869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4643" y="1114447"/>
            <a:ext cx="5442757" cy="2921525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00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5468" y="4993008"/>
            <a:ext cx="3972704" cy="124799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2605" y="215057"/>
            <a:ext cx="2703777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5989" y="215057"/>
            <a:ext cx="153706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28EA85A9-CA9F-4339-89EF-28F09ED3FE86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01909" y="215057"/>
            <a:ext cx="540412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8C1F583-2497-2836-36DF-2076DFFFBA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83830" y="1181100"/>
            <a:ext cx="4408170" cy="5701208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7442595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812872" y="1115568"/>
            <a:ext cx="2960028" cy="368476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04423" y="5004262"/>
            <a:ext cx="2968477" cy="1244138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597858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12872" y="219456"/>
            <a:ext cx="1550328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2D904F51-6E72-42BA-AFA1-975939F2ADF3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3129" y="219456"/>
            <a:ext cx="539588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84B0817-C121-ACE0-AD00-44CE3924177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1181099"/>
            <a:ext cx="8367452" cy="5685213"/>
          </a:xfrm>
          <a:custGeom>
            <a:avLst/>
            <a:gdLst>
              <a:gd name="connsiteX0" fmla="*/ 0 w 6769976"/>
              <a:gd name="connsiteY0" fmla="*/ 0 h 5895164"/>
              <a:gd name="connsiteX1" fmla="*/ 6769976 w 6769976"/>
              <a:gd name="connsiteY1" fmla="*/ 0 h 5895164"/>
              <a:gd name="connsiteX2" fmla="*/ 6769976 w 6769976"/>
              <a:gd name="connsiteY2" fmla="*/ 5895164 h 5895164"/>
              <a:gd name="connsiteX3" fmla="*/ 0 w 6769976"/>
              <a:gd name="connsiteY3" fmla="*/ 5895164 h 5895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69976" h="5895164">
                <a:moveTo>
                  <a:pt x="0" y="0"/>
                </a:moveTo>
                <a:lnTo>
                  <a:pt x="6769976" y="0"/>
                </a:lnTo>
                <a:lnTo>
                  <a:pt x="6769976" y="5895164"/>
                </a:lnTo>
                <a:lnTo>
                  <a:pt x="0" y="5895164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43026219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6903" y="4822407"/>
            <a:ext cx="6925432" cy="135134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3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235224" y="4822406"/>
            <a:ext cx="2724238" cy="1351342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978C40B5-A026-132B-C915-2335F94E4A5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866900" y="0"/>
            <a:ext cx="10325100" cy="4653649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76903" y="6447496"/>
            <a:ext cx="214036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224" y="6451888"/>
            <a:ext cx="1581238" cy="338328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  <a:effectLst/>
              </a:defRPr>
            </a:lvl1pPr>
          </a:lstStyle>
          <a:p>
            <a:fld id="{096358FC-80A5-41A4-8D07-88F12E18DF82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0357" y="6451888"/>
            <a:ext cx="45720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4020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8117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65617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9456"/>
            <a:ext cx="19132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1006E0F-42A5-451E-8A36-26756F7C34E0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8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0513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lose up of a pink and purple light&#10;&#10;AI-generated content may be incorrect.">
            <a:extLst>
              <a:ext uri="{FF2B5EF4-FFF2-40B4-BE49-F238E27FC236}">
                <a16:creationId xmlns:a16="http://schemas.microsoft.com/office/drawing/2014/main" id="{B984133B-2ACD-DC2E-DD48-CC86F40637D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65617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6416" y="219456"/>
            <a:ext cx="14941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1006E0F-42A5-451E-8A36-26756F7C34E0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8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3439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2"/>
            <a:ext cx="12192000" cy="28690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68" y="2138776"/>
            <a:ext cx="6433266" cy="1962149"/>
          </a:xfrm>
        </p:spPr>
        <p:txBody>
          <a:bodyPr anchor="t">
            <a:normAutofit/>
          </a:bodyPr>
          <a:lstStyle>
            <a:lvl1pPr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533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2922ABD-C052-4D3A-818B-C58AFC20B321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53301" y="2138776"/>
            <a:ext cx="3718420" cy="4109624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513389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8AD56A61-7CC3-3597-02EB-CC5DE117DB5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58" t="8959" r="915" b="25228"/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67" y="915709"/>
            <a:ext cx="11404534" cy="1604654"/>
          </a:xfrm>
        </p:spPr>
        <p:txBody>
          <a:bodyPr anchor="t">
            <a:normAutofit/>
          </a:bodyPr>
          <a:lstStyle>
            <a:lvl1pPr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2922ABD-C052-4D3A-818B-C58AFC20B321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772400" y="2705100"/>
            <a:ext cx="4000500" cy="3682028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87234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9982" y="2555751"/>
            <a:ext cx="12192000" cy="4343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852" y="3481713"/>
            <a:ext cx="5496426" cy="2092272"/>
          </a:xfrm>
        </p:spPr>
        <p:txBody>
          <a:bodyPr anchor="t">
            <a:normAutofit/>
          </a:bodyPr>
          <a:lstStyle>
            <a:lvl1pPr>
              <a:defRPr sz="7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2555751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3660" y="2734068"/>
            <a:ext cx="272733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85567" y="2734068"/>
            <a:ext cx="158671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48FC9B1-6F61-4A8F-9F5E-715654075A93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614" y="2734068"/>
            <a:ext cx="52669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785567" y="3481713"/>
            <a:ext cx="3916103" cy="2765887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228600" lvl="0" indent="-228600"/>
            <a:r>
              <a:rPr lang="en-US"/>
              <a:t>Click to edit Master text styles</a:t>
            </a:r>
          </a:p>
          <a:p>
            <a:pPr marL="228600" lvl="1" indent="-228600"/>
            <a:r>
              <a:rPr lang="en-US"/>
              <a:t>Second level</a:t>
            </a:r>
          </a:p>
          <a:p>
            <a:pPr marL="228600" lvl="2" indent="-228600"/>
            <a:r>
              <a:rPr lang="en-US"/>
              <a:t>Third level</a:t>
            </a:r>
          </a:p>
          <a:p>
            <a:pPr marL="228600" lvl="3" indent="-228600"/>
            <a:r>
              <a:rPr lang="en-US"/>
              <a:t>Fourth level</a:t>
            </a:r>
          </a:p>
          <a:p>
            <a:pPr marL="228600" lvl="4" indent="-228600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8703179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colorful object&#10;&#10;AI-generated content may be incorrect.">
            <a:extLst>
              <a:ext uri="{FF2B5EF4-FFF2-40B4-BE49-F238E27FC236}">
                <a16:creationId xmlns:a16="http://schemas.microsoft.com/office/drawing/2014/main" id="{BA44554C-C893-3987-6CAA-1AE3D3275A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88" r="1" b="13701"/>
          <a:stretch>
            <a:fillRect/>
          </a:stretch>
        </p:blipFill>
        <p:spPr>
          <a:xfrm rot="5400000" flipV="1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1762539"/>
            <a:ext cx="3987207" cy="2073091"/>
          </a:xfrm>
        </p:spPr>
        <p:txBody>
          <a:bodyPr anchor="t">
            <a:normAutofit/>
          </a:bodyPr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51993" y="214858"/>
            <a:ext cx="15227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C034B68-E20D-4A56-8B99-0EF3081FA97A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51993" y="1762539"/>
            <a:ext cx="3482340" cy="2073091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1"/>
                </a:solidFill>
              </a:defRPr>
            </a:lvl1pPr>
            <a:lvl2pPr marL="228600" indent="0">
              <a:buNone/>
              <a:defRPr lang="en-US" dirty="0">
                <a:solidFill>
                  <a:schemeClr val="tx1"/>
                </a:solidFill>
              </a:defRPr>
            </a:lvl2pPr>
            <a:lvl3pPr marL="457200" indent="0">
              <a:buNone/>
              <a:defRPr lang="en-US" dirty="0">
                <a:solidFill>
                  <a:schemeClr val="tx1"/>
                </a:solidFill>
              </a:defRPr>
            </a:lvl3pPr>
            <a:lvl4pPr marL="685800" indent="0">
              <a:buNone/>
              <a:defRPr lang="en-US" dirty="0">
                <a:solidFill>
                  <a:schemeClr val="tx1"/>
                </a:solidFill>
              </a:defRPr>
            </a:lvl4pPr>
            <a:lvl5pPr marL="914400" indent="0">
              <a:buNone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801589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lose up of a colorful object&#10;&#10;AI-generated content may be incorrect.">
            <a:extLst>
              <a:ext uri="{FF2B5EF4-FFF2-40B4-BE49-F238E27FC236}">
                <a16:creationId xmlns:a16="http://schemas.microsoft.com/office/drawing/2014/main" id="{B193FB30-082C-50CD-EEC9-7D410FFB62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8257" t="5088" r="86" b="21926"/>
          <a:stretch>
            <a:fillRect/>
          </a:stretch>
        </p:blipFill>
        <p:spPr>
          <a:xfrm flipH="1">
            <a:off x="0" y="0"/>
            <a:ext cx="12192000" cy="68551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4380" y="1276990"/>
            <a:ext cx="5385079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12904" y="214858"/>
            <a:ext cx="25146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BE14B8-5058-4271-B378-2217DE83796E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2980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2904" y="2471736"/>
            <a:ext cx="5385079" cy="349312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0889665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6324601" y="1"/>
            <a:ext cx="588125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51" y="1276990"/>
            <a:ext cx="5378267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418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BE14B8-5058-4271-B378-2217DE83796E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0295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7" y="2471736"/>
            <a:ext cx="5378268" cy="36627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893514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A9C84165-A857-83C5-C6BE-C4EB68C9063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759"/>
          <a:stretch>
            <a:fillRect/>
          </a:stretch>
        </p:blipFill>
        <p:spPr>
          <a:xfrm flipH="1">
            <a:off x="0" y="2040834"/>
            <a:ext cx="12192000" cy="48171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7800" y="1946412"/>
            <a:ext cx="2971800" cy="3192118"/>
          </a:xfrm>
        </p:spPr>
        <p:txBody>
          <a:bodyPr anchor="t">
            <a:normAutofit/>
          </a:bodyPr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14858"/>
            <a:ext cx="2452852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8C06331-6E41-42DD-926E-C670E485C891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2980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38700" y="1946413"/>
            <a:ext cx="5189220" cy="319211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6664980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406900"/>
            <a:ext cx="9144000" cy="24511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899" y="1886712"/>
            <a:ext cx="3507989" cy="3233928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8394"/>
            <a:ext cx="253211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67400" y="208394"/>
            <a:ext cx="20175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6CB2F34-49A1-4C07-91D5-90BE967306D3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588" y="208394"/>
            <a:ext cx="5531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67401" y="1886712"/>
            <a:ext cx="4495800" cy="32339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7660054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898" y="1828800"/>
            <a:ext cx="8496302" cy="1010093"/>
          </a:xfrm>
        </p:spPr>
        <p:txBody>
          <a:bodyPr anchor="b">
            <a:normAutofit/>
          </a:bodyPr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30B0CD9-4253-4E22-9BCD-0DF67297DF8E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866900" y="3168292"/>
            <a:ext cx="8496300" cy="262540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79987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1126457"/>
            <a:ext cx="3667167" cy="288928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57677" y="214858"/>
            <a:ext cx="1522740" cy="338328"/>
          </a:xfrm>
        </p:spPr>
        <p:txBody>
          <a:bodyPr/>
          <a:lstStyle/>
          <a:p>
            <a:fld id="{81C379B3-3585-4FAF-BD63-57B9BB47E12C}" type="datetime1">
              <a:rPr lang="en-US" smtClean="0"/>
              <a:t>4/25/2026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258" y="214858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57677" y="1126457"/>
            <a:ext cx="5848423" cy="51219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2249682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1126457"/>
            <a:ext cx="2920407" cy="288928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55522" y="214858"/>
            <a:ext cx="1811877" cy="338328"/>
          </a:xfrm>
        </p:spPr>
        <p:txBody>
          <a:bodyPr/>
          <a:lstStyle/>
          <a:p>
            <a:fld id="{81C379B3-3585-4FAF-BD63-57B9BB47E12C}" type="datetime1">
              <a:rPr lang="en-US" smtClean="0"/>
              <a:t>4/25/2026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258" y="214858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055523" y="1126457"/>
            <a:ext cx="7503203" cy="51219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0762555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436" y="1115568"/>
            <a:ext cx="2505264" cy="1624122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84048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74064" y="215823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4EE7FE5-A250-423F-B9E1-3EE5D07A8055}" type="datetime1">
              <a:rPr lang="en-US" smtClean="0"/>
              <a:t>4/25/2026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242" y="215823"/>
            <a:ext cx="549272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8436" y="3028523"/>
            <a:ext cx="2505264" cy="341037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74064" y="1181100"/>
            <a:ext cx="8817936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57430872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15467" y="1115568"/>
            <a:ext cx="2505264" cy="1624122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84048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15467" y="215823"/>
            <a:ext cx="189925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4EE7FE5-A250-423F-B9E1-3EE5D07A8055}" type="datetime1">
              <a:rPr lang="en-US" smtClean="0"/>
              <a:t>4/25/2026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650" y="215823"/>
            <a:ext cx="538545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-1" y="1181100"/>
            <a:ext cx="8356833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15467" y="3646713"/>
            <a:ext cx="2505264" cy="27286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72899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4000500" cy="1352516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727930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7899" y="219456"/>
            <a:ext cx="1747774" cy="338328"/>
          </a:xfrm>
        </p:spPr>
        <p:txBody>
          <a:bodyPr/>
          <a:lstStyle/>
          <a:p>
            <a:fld id="{48B2456C-66BE-435E-8059-3A9CD55F29F9}" type="datetime1">
              <a:rPr lang="en-US" smtClean="0"/>
              <a:t>4/25/2026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3948" y="216280"/>
            <a:ext cx="551113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7899" y="1104900"/>
            <a:ext cx="6925002" cy="1352516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None/>
              <a:defRPr sz="1400"/>
            </a:lvl1pPr>
            <a:lvl2pPr marL="514350" indent="-285750">
              <a:buFont typeface="Arial" panose="020B0604020202020204" pitchFamily="34" charset="0"/>
              <a:buNone/>
              <a:defRPr sz="14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400"/>
            </a:lvl4pPr>
            <a:lvl5pPr marL="1085850" indent="-17145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938509"/>
            <a:ext cx="12192000" cy="3919491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68535823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2514600" cy="2918919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5146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23747" y="0"/>
            <a:ext cx="8768253" cy="398571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800" y="4077628"/>
            <a:ext cx="1920240" cy="338328"/>
          </a:xfrm>
        </p:spPr>
        <p:txBody>
          <a:bodyPr/>
          <a:lstStyle/>
          <a:p>
            <a:fld id="{17409D93-5111-4952-AC4F-FA1AE909A4B8}" type="datetime1">
              <a:rPr lang="en-US" smtClean="0"/>
              <a:t>4/25/2026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407762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4423576"/>
            <a:ext cx="8420100" cy="1824824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7079951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7906" y="1115568"/>
            <a:ext cx="3608254" cy="1389582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47915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7905" y="219456"/>
            <a:ext cx="158671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90D2F5B-FA0B-4BE5-A43F-B1BC737359C6}" type="datetime1">
              <a:rPr lang="en-US" smtClean="0"/>
              <a:t>4/25/2026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63D2D48-CE58-FD80-93F7-B87C97B9040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181100"/>
            <a:ext cx="7336219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77904" y="2705100"/>
            <a:ext cx="3608255" cy="37338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7997113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1339" y="1115568"/>
            <a:ext cx="5247577" cy="994131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933700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96579" y="209088"/>
            <a:ext cx="184404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43E10B2-AFF3-4A4A-BC83-5BB137C878CB}" type="datetime1">
              <a:rPr lang="en-US" smtClean="0"/>
              <a:t>4/25/2026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34185" y="209088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181100"/>
            <a:ext cx="5247577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81339" y="2133600"/>
            <a:ext cx="5247577" cy="41148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7325338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9" y="1115568"/>
            <a:ext cx="4643555" cy="1600200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5546"/>
            <a:ext cx="2478874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67399" y="208604"/>
            <a:ext cx="245079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3D817FD-3A47-446D-9853-4CD5CA57130C}" type="datetime1">
              <a:rPr lang="en-US" smtClean="0"/>
              <a:t>4/25/2026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A4BFBD2-FAF6-BBCA-8426-AB0631D8CFC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964766" y="1181100"/>
            <a:ext cx="5352086" cy="2615648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67398" y="4055164"/>
            <a:ext cx="5449453" cy="219323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2713434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57" y="1115568"/>
            <a:ext cx="3607670" cy="3170545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59710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5909" y="214858"/>
            <a:ext cx="1586711" cy="338328"/>
          </a:xfrm>
        </p:spPr>
        <p:txBody>
          <a:bodyPr/>
          <a:lstStyle/>
          <a:p>
            <a:fld id="{C1935215-257D-4F50-AF56-70E3294947FA}" type="datetime1">
              <a:rPr lang="en-US" smtClean="0"/>
              <a:t>4/25/2026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7610" y="214858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5909" y="1112672"/>
            <a:ext cx="6926991" cy="196780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03079" y="3500203"/>
            <a:ext cx="7288921" cy="3357797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68249809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3429001"/>
            <a:ext cx="2501307" cy="2551982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12192000" cy="27050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865290"/>
            <a:ext cx="272637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799" y="2865290"/>
            <a:ext cx="1967345" cy="338328"/>
          </a:xfrm>
        </p:spPr>
        <p:txBody>
          <a:bodyPr/>
          <a:lstStyle/>
          <a:p>
            <a:fld id="{2B0E3CDF-6E7C-4C67-B567-8606B07963A0}" type="datetime1">
              <a:rPr lang="en-US" smtClean="0"/>
              <a:t>4/25/2026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865290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3429000"/>
            <a:ext cx="8210204" cy="30099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4086046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1" y="1115568"/>
            <a:ext cx="2514599" cy="2463733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5546"/>
            <a:ext cx="2514600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64832" y="208604"/>
            <a:ext cx="147386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3E423F1-C154-447D-8038-21B94CB501EB}" type="datetime1">
              <a:rPr lang="en-US" smtClean="0"/>
              <a:t>4/25/2026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64833" y="1106780"/>
            <a:ext cx="8286147" cy="246373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A4BFBD2-FAF6-BBCA-8426-AB0631D8CFC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49057" y="4159154"/>
            <a:ext cx="8742943" cy="2698845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87085382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1" y="1115568"/>
            <a:ext cx="2514599" cy="2463733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5546"/>
            <a:ext cx="2514600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64832" y="208604"/>
            <a:ext cx="147386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3E423F1-C154-447D-8038-21B94CB501EB}" type="datetime1">
              <a:rPr lang="en-US" smtClean="0"/>
              <a:t>4/25/2026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64834" y="1106780"/>
            <a:ext cx="8408066" cy="246373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A4BFBD2-FAF6-BBCA-8426-AB0631D8CFC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4159154"/>
            <a:ext cx="12192000" cy="2698845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31016447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230" y="1115568"/>
            <a:ext cx="3603256" cy="140987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09088"/>
            <a:ext cx="2514600" cy="338328"/>
          </a:xfrm>
        </p:spPr>
        <p:txBody>
          <a:bodyPr/>
          <a:lstStyle/>
          <a:p>
            <a:fld id="{5060FE60-4389-4D8B-84BB-900FC000024C}" type="datetime1">
              <a:rPr lang="en-US" smtClean="0"/>
              <a:t>4/25/2026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6019" y="219456"/>
            <a:ext cx="56434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6230" y="2705100"/>
            <a:ext cx="3603256" cy="36957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35269" y="1175658"/>
            <a:ext cx="7256731" cy="5682342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852135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1602" y="1115568"/>
            <a:ext cx="6931698" cy="1002834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4154" y="216914"/>
            <a:ext cx="2703777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884825" y="216914"/>
            <a:ext cx="2338650" cy="338328"/>
          </a:xfrm>
        </p:spPr>
        <p:txBody>
          <a:bodyPr/>
          <a:lstStyle/>
          <a:p>
            <a:fld id="{CDFDD458-C945-484A-9891-FE9FDA97486D}" type="datetime1">
              <a:rPr lang="en-US" smtClean="0"/>
              <a:t>4/25/2026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010" y="216914"/>
            <a:ext cx="557090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1601" y="2133600"/>
            <a:ext cx="6931699" cy="4305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6075FF6-E149-1A82-B924-97E715A8DF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982262" y="1184555"/>
            <a:ext cx="4209738" cy="5673445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75174338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1115568"/>
            <a:ext cx="3496809" cy="3070722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562100" cy="338328"/>
          </a:xfrm>
        </p:spPr>
        <p:txBody>
          <a:bodyPr/>
          <a:lstStyle/>
          <a:p>
            <a:fld id="{94725937-D428-4BAE-A05C-202DA13E49D5}" type="datetime1">
              <a:rPr lang="en-US" smtClean="0"/>
              <a:t>4/25/2026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29695" y="1193656"/>
            <a:ext cx="3962400" cy="5664344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23960" y="1122776"/>
            <a:ext cx="2717800" cy="5316124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6092603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1115568"/>
            <a:ext cx="2515758" cy="2946422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399" y="214858"/>
            <a:ext cx="1718441" cy="338328"/>
          </a:xfrm>
        </p:spPr>
        <p:txBody>
          <a:bodyPr/>
          <a:lstStyle/>
          <a:p>
            <a:fld id="{709FB1D6-B85F-447E-8712-A80ECD75AAB1}" type="datetime1">
              <a:rPr lang="en-US" smtClean="0"/>
              <a:t>4/25/2026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01696" y="214858"/>
            <a:ext cx="53852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798" y="1104900"/>
            <a:ext cx="3756213" cy="51435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AC86244-A1E7-A69F-206A-B47C58B746B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843347" y="1181100"/>
            <a:ext cx="4348653" cy="5676899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57716763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4607626"/>
            <a:ext cx="4419600" cy="1640774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14" y="0"/>
            <a:ext cx="4836786" cy="421419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1275" y="209088"/>
            <a:ext cx="272637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0525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6709B22-BFE8-4BFE-80D5-4133DC0C2AC6}" type="datetime1">
              <a:rPr lang="en-US" smtClean="0"/>
              <a:t>4/25/2026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41276" y="1104900"/>
            <a:ext cx="5750381" cy="5143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9371263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3105335" cy="1636510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55522" y="214858"/>
            <a:ext cx="2536988" cy="338328"/>
          </a:xfrm>
        </p:spPr>
        <p:txBody>
          <a:bodyPr/>
          <a:lstStyle/>
          <a:p>
            <a:fld id="{BFCE55E5-7E1C-4243-A685-91A6EB8BE97F}" type="datetime1">
              <a:rPr lang="en-US" smtClean="0"/>
              <a:t>4/25/2026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14858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3017520"/>
            <a:ext cx="3417902" cy="384048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55522" y="1104901"/>
            <a:ext cx="7476571" cy="53339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8993752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12192000" cy="686409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5082379"/>
            <a:ext cx="4000500" cy="1169230"/>
          </a:xfrm>
        </p:spPr>
        <p:txBody>
          <a:bodyPr anchor="b">
            <a:normAutofit/>
          </a:bodyPr>
          <a:lstStyle>
            <a:lvl1pPr>
              <a:defRPr sz="2000" spc="-5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09088"/>
            <a:ext cx="197069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5AFD96D-C3CB-4F44-8CE3-582861660F11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80988" y="1063625"/>
            <a:ext cx="10428287" cy="350837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26000"/>
            </a:lvl1pPr>
          </a:lstStyle>
          <a:p>
            <a:pPr lvl="0"/>
            <a:r>
              <a:rPr lang="en-US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24071668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object&#10;&#10;AI-generated content may be incorrect.">
            <a:extLst>
              <a:ext uri="{FF2B5EF4-FFF2-40B4-BE49-F238E27FC236}">
                <a16:creationId xmlns:a16="http://schemas.microsoft.com/office/drawing/2014/main" id="{5586A49A-95E2-7B45-57DD-762AFFF194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72" t="-1" r="2873" b="7130"/>
          <a:stretch>
            <a:fillRect/>
          </a:stretch>
        </p:blipFill>
        <p:spPr>
          <a:xfrm rot="10800000" flipH="1" flipV="1">
            <a:off x="0" y="-1"/>
            <a:ext cx="12192000" cy="68551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5144654"/>
            <a:ext cx="5435008" cy="129424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lnSpc>
                <a:spcPct val="100000"/>
              </a:lnSpc>
              <a:defRPr lang="en-US" sz="2000" spc="-50" baseline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860BA8B-5FF3-49A6-9895-94F61A8CE576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3AAB847-04D8-7C24-A07E-65F280B26D5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44488" y="552450"/>
            <a:ext cx="11498262" cy="3937000"/>
          </a:xfrm>
        </p:spPr>
        <p:txBody>
          <a:bodyPr anchor="b"/>
          <a:lstStyle>
            <a:lvl1pPr>
              <a:defRPr sz="27500"/>
            </a:lvl1pPr>
          </a:lstStyle>
          <a:p>
            <a:pPr lvl="0"/>
            <a:r>
              <a:rPr lang="en-US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76713999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C39E5039-4CEB-24E7-A2E7-F7D46B2D8B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898"/>
            <a:ext cx="12223173" cy="688164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50697A7-9277-BB02-6AE2-42676133D6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802640"/>
            <a:ext cx="4000500" cy="1137920"/>
          </a:xfrm>
        </p:spPr>
        <p:txBody>
          <a:bodyPr/>
          <a:lstStyle>
            <a:lvl1pPr>
              <a:defRPr sz="24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DDFA7E-E414-422B-ACFF-8C3D6A1A67FB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C871739-B2C5-FF57-BBD7-3F61A35A3F34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58775" y="2684463"/>
            <a:ext cx="11414125" cy="4411662"/>
          </a:xfrm>
        </p:spPr>
        <p:txBody>
          <a:bodyPr lIns="0" tIns="0" rIns="0" bIns="0" anchor="b"/>
          <a:lstStyle>
            <a:lvl1pPr>
              <a:lnSpc>
                <a:spcPct val="85000"/>
              </a:lnSpc>
              <a:defRPr sz="30500" spc="-1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99760101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0"/>
            <a:ext cx="12192000" cy="48028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3332489-DC9C-40A3-89C4-AFC56B3B0CAB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099" y="2885606"/>
            <a:ext cx="8801101" cy="3553293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60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32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1480015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red and purple light&#10;&#10;AI-generated content may be incorrect.">
            <a:extLst>
              <a:ext uri="{FF2B5EF4-FFF2-40B4-BE49-F238E27FC236}">
                <a16:creationId xmlns:a16="http://schemas.microsoft.com/office/drawing/2014/main" id="{2424DF04-0206-4859-9FB9-6A2579527E1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78" t="38163" r="27927" b="10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52800" y="219456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20200" y="219456"/>
            <a:ext cx="15227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B68620-47AE-4F32-A04B-1342501F877C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352800" y="1405719"/>
            <a:ext cx="7353300" cy="4012442"/>
          </a:xfrm>
        </p:spPr>
        <p:txBody>
          <a:bodyPr anchor="t">
            <a:normAutofit/>
          </a:bodyPr>
          <a:lstStyle>
            <a:lvl1pPr marL="0" indent="0">
              <a:lnSpc>
                <a:spcPct val="85000"/>
              </a:lnSpc>
              <a:buNone/>
              <a:defRPr sz="54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8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236271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object&#10;&#10;AI-generated content may be incorrect.">
            <a:extLst>
              <a:ext uri="{FF2B5EF4-FFF2-40B4-BE49-F238E27FC236}">
                <a16:creationId xmlns:a16="http://schemas.microsoft.com/office/drawing/2014/main" id="{06D2715B-CAEE-9AAB-7191-D98012435C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5" r="1125" b="21235"/>
          <a:stretch>
            <a:fillRect/>
          </a:stretch>
        </p:blipFill>
        <p:spPr>
          <a:xfrm rot="10800000">
            <a:off x="0" y="875"/>
            <a:ext cx="12192000" cy="68571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38700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0A8EBD6-625B-484B-BC25-3573CF53D407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838700" y="1740023"/>
            <a:ext cx="6310269" cy="4637725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48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32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28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24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2579418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3332489-DC9C-40A3-89C4-AFC56B3B0CAB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099" y="2133600"/>
            <a:ext cx="9393641" cy="4305299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72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54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8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3060264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12192000" cy="6864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899" y="4874218"/>
            <a:ext cx="8506567" cy="666427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403F4C9-1C82-4616-8D26-0B0587291200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899" y="1856096"/>
            <a:ext cx="8506567" cy="2855388"/>
          </a:xfrm>
        </p:spPr>
        <p:txBody>
          <a:bodyPr anchor="ctr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57032959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027268CA-0348-F6FC-5FB0-87BADE436A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82" r="20481"/>
          <a:stretch>
            <a:fillRect/>
          </a:stretch>
        </p:blipFill>
        <p:spPr>
          <a:xfrm rot="5400000" flipH="1">
            <a:off x="2667001" y="-2667001"/>
            <a:ext cx="6858000" cy="12192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392" y="5226427"/>
            <a:ext cx="8382001" cy="837861"/>
          </a:xfrm>
        </p:spPr>
        <p:txBody>
          <a:bodyPr anchor="t">
            <a:normAutofit/>
          </a:bodyPr>
          <a:lstStyle>
            <a:lvl1pPr>
              <a:lnSpc>
                <a:spcPct val="90000"/>
              </a:lnSpc>
              <a:defRPr sz="1400" b="0" cap="all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DCC6FE3-E805-41B1-96EC-B0B83218C881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32392" y="2017401"/>
            <a:ext cx="8368707" cy="2981163"/>
          </a:xfrm>
        </p:spPr>
        <p:txBody>
          <a:bodyPr anchor="t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46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75706724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colorful light on a black background&#10;&#10;AI-generated content may be incorrect.">
            <a:extLst>
              <a:ext uri="{FF2B5EF4-FFF2-40B4-BE49-F238E27FC236}">
                <a16:creationId xmlns:a16="http://schemas.microsoft.com/office/drawing/2014/main" id="{F0687863-E84B-D6E2-6049-AF65BB1972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1115568"/>
            <a:ext cx="12192000" cy="57424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3982" y="5029200"/>
            <a:ext cx="8347118" cy="713232"/>
          </a:xfrm>
        </p:spPr>
        <p:txBody>
          <a:bodyPr anchor="t">
            <a:normAutofit/>
          </a:bodyPr>
          <a:lstStyle>
            <a:lvl1pPr>
              <a:lnSpc>
                <a:spcPct val="90000"/>
              </a:lnSpc>
              <a:defRPr sz="1400" b="0" cap="all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DBB5726-A743-47D1-86E4-46BB349D0446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3982" y="1115568"/>
            <a:ext cx="8347118" cy="3584448"/>
          </a:xfrm>
        </p:spPr>
        <p:txBody>
          <a:bodyPr anchor="ctr">
            <a:normAutofit/>
          </a:bodyPr>
          <a:lstStyle>
            <a:lvl1pPr marL="137160" indent="-13716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69693105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object&#10;&#10;AI-generated content may be incorrect.">
            <a:extLst>
              <a:ext uri="{FF2B5EF4-FFF2-40B4-BE49-F238E27FC236}">
                <a16:creationId xmlns:a16="http://schemas.microsoft.com/office/drawing/2014/main" id="{52439AE8-E053-A902-BEE2-9CECF6AEA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769" t="8943" r="104" b="13677"/>
          <a:stretch>
            <a:fillRect/>
          </a:stretch>
        </p:blipFill>
        <p:spPr>
          <a:xfrm>
            <a:off x="0" y="0"/>
            <a:ext cx="12192000" cy="685712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FDFF10A2-0E03-73DB-5224-98043612F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0791" y="5151120"/>
            <a:ext cx="5446609" cy="806517"/>
          </a:xfrm>
        </p:spPr>
        <p:txBody>
          <a:bodyPr anchor="ctr"/>
          <a:lstStyle>
            <a:lvl1pPr>
              <a:defRPr sz="140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F47579-571B-45A3-BDCA-E2964689F659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1501541"/>
            <a:ext cx="7342632" cy="3397064"/>
          </a:xfrm>
        </p:spPr>
        <p:txBody>
          <a:bodyPr anchor="ctr">
            <a:normAutofit/>
          </a:bodyPr>
          <a:lstStyle>
            <a:lvl1pPr marL="164592" indent="-164592">
              <a:lnSpc>
                <a:spcPct val="95000"/>
              </a:lnSpc>
              <a:spcBef>
                <a:spcPts val="0"/>
              </a:spcBef>
              <a:buFont typeface="Arial" panose="020B0604020202020204" pitchFamily="34" charset="0"/>
              <a:buNone/>
              <a:defRPr sz="43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67589232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06436" y="4671787"/>
            <a:ext cx="7179129" cy="1028700"/>
          </a:xfrm>
        </p:spPr>
        <p:txBody>
          <a:bodyPr anchor="ctr">
            <a:normAutofit/>
          </a:bodyPr>
          <a:lstStyle>
            <a:lvl1pPr algn="ctr">
              <a:lnSpc>
                <a:spcPct val="12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26E2CA6-CB6A-465C-BAA7-384FD497485D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506435" y="1623265"/>
            <a:ext cx="7179130" cy="3048522"/>
          </a:xfrm>
        </p:spPr>
        <p:txBody>
          <a:bodyPr anchor="ctr">
            <a:normAutofit/>
          </a:bodyPr>
          <a:lstStyle>
            <a:lvl1pPr marL="137160" indent="-137160" algn="ctr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4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62307385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8382000" cy="7016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8C42AE-61C6-458B-86C3-22D39A5E8956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78824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1164235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655" y="932098"/>
            <a:ext cx="10835539" cy="70408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3D71BEE-9C65-4D84-970B-0B47E929926B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654" y="1675614"/>
            <a:ext cx="491391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2285022"/>
            <a:ext cx="4900773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500" y="1675614"/>
            <a:ext cx="496769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401" y="2285022"/>
            <a:ext cx="4982762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0098387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8380309" cy="87619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FCF02-D35E-46A4-B7A1-1A2B81F8D932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729462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57AF51-4D04-4E0C-B33D-81940CAB4B07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93252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1115568"/>
            <a:ext cx="3363393" cy="1371600"/>
          </a:xfrm>
        </p:spPr>
        <p:txBody>
          <a:bodyPr anchor="t">
            <a:normAutofit/>
          </a:bodyPr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1495C13-5B9F-4AD1-A2E2-FB0B577AF6CA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2393" y="2563585"/>
            <a:ext cx="3363393" cy="3684815"/>
          </a:xfrm>
        </p:spPr>
        <p:txBody>
          <a:bodyPr anchor="b">
            <a:norm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8700" y="1104900"/>
            <a:ext cx="6934200" cy="520128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400" dirty="0">
                <a:solidFill>
                  <a:schemeClr val="tx1"/>
                </a:solidFill>
              </a:defRPr>
            </a:lvl1pPr>
            <a:lvl2pPr>
              <a:defRPr lang="en-US" sz="1200" dirty="0">
                <a:solidFill>
                  <a:schemeClr val="tx1"/>
                </a:solidFill>
              </a:defRPr>
            </a:lvl2pPr>
            <a:lvl3pPr>
              <a:defRPr lang="en-US" sz="1200" dirty="0">
                <a:solidFill>
                  <a:schemeClr val="tx1"/>
                </a:solidFill>
              </a:defRPr>
            </a:lvl3pPr>
            <a:lvl4pPr>
              <a:defRPr lang="en-US" sz="1200" dirty="0">
                <a:solidFill>
                  <a:schemeClr val="tx1"/>
                </a:solidFill>
              </a:defRPr>
            </a:lvl4pPr>
            <a:lvl5pPr>
              <a:defRPr lang="en-US" sz="12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89867172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104901"/>
            <a:ext cx="2932434" cy="1600200"/>
          </a:xfrm>
        </p:spPr>
        <p:txBody>
          <a:bodyPr anchor="t">
            <a:normAutofit/>
          </a:bodyPr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01692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19456"/>
            <a:ext cx="142984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D189146-EED2-4B95-95A3-EC3C7CBF180D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7593" y="216280"/>
            <a:ext cx="56063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866900" y="3345180"/>
            <a:ext cx="2620859" cy="309372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A723B90-4D46-48FC-60FC-714099462E4C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924129" y="1104900"/>
            <a:ext cx="7267870" cy="5753100"/>
          </a:xfrm>
          <a:custGeom>
            <a:avLst/>
            <a:gdLst>
              <a:gd name="connsiteX0" fmla="*/ 0 w 7353300"/>
              <a:gd name="connsiteY0" fmla="*/ 0 h 5901550"/>
              <a:gd name="connsiteX1" fmla="*/ 7353300 w 7353300"/>
              <a:gd name="connsiteY1" fmla="*/ 0 h 5901550"/>
              <a:gd name="connsiteX2" fmla="*/ 7353300 w 7353300"/>
              <a:gd name="connsiteY2" fmla="*/ 5901550 h 5901550"/>
              <a:gd name="connsiteX3" fmla="*/ 0 w 7353300"/>
              <a:gd name="connsiteY3" fmla="*/ 5901550 h 5901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53300" h="5901550">
                <a:moveTo>
                  <a:pt x="0" y="0"/>
                </a:moveTo>
                <a:lnTo>
                  <a:pt x="7353300" y="0"/>
                </a:lnTo>
                <a:lnTo>
                  <a:pt x="7353300" y="5901550"/>
                </a:lnTo>
                <a:lnTo>
                  <a:pt x="0" y="590155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24753067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758952"/>
            <a:ext cx="7609668" cy="1734866"/>
          </a:xfrm>
        </p:spPr>
        <p:txBody>
          <a:bodyPr anchor="t">
            <a:no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DABFCF2-BE01-43CB-85B3-49CC0FE55050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" y="2705101"/>
            <a:ext cx="8801100" cy="29475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70982593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2704772"/>
            <a:ext cx="5465660" cy="2733384"/>
          </a:xfrm>
        </p:spPr>
        <p:txBody>
          <a:bodyPr/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119A0F5-9D15-4E68-95BA-31AD4F5D84D0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5550" y="2705100"/>
            <a:ext cx="4410075" cy="1562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982030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63" Type="http://schemas.openxmlformats.org/officeDocument/2006/relationships/slideLayout" Target="../slideLayouts/slideLayout6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F288AF9F-2338-4040-A485-373B8EC8151E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35997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6" r:id="rId1"/>
    <p:sldLayoutId id="2147483652" r:id="rId2"/>
    <p:sldLayoutId id="2147483733" r:id="rId3"/>
    <p:sldLayoutId id="2147483657" r:id="rId4"/>
    <p:sldLayoutId id="2147483744" r:id="rId5"/>
    <p:sldLayoutId id="2147483658" r:id="rId6"/>
    <p:sldLayoutId id="2147483732" r:id="rId7"/>
    <p:sldLayoutId id="2147483741" r:id="rId8"/>
    <p:sldLayoutId id="2147483760" r:id="rId9"/>
    <p:sldLayoutId id="2147483745" r:id="rId10"/>
    <p:sldLayoutId id="2147483654" r:id="rId11"/>
    <p:sldLayoutId id="2147483759" r:id="rId12"/>
    <p:sldLayoutId id="2147483707" r:id="rId13"/>
    <p:sldLayoutId id="2147483659" r:id="rId14"/>
    <p:sldLayoutId id="2147483764" r:id="rId15"/>
    <p:sldLayoutId id="2147483660" r:id="rId16"/>
    <p:sldLayoutId id="2147483765" r:id="rId17"/>
    <p:sldLayoutId id="2147483661" r:id="rId18"/>
    <p:sldLayoutId id="2147483662" r:id="rId19"/>
    <p:sldLayoutId id="2147483742" r:id="rId20"/>
    <p:sldLayoutId id="2147483746" r:id="rId21"/>
    <p:sldLayoutId id="2147483664" r:id="rId22"/>
    <p:sldLayoutId id="2147483663" r:id="rId23"/>
    <p:sldLayoutId id="2147483743" r:id="rId24"/>
    <p:sldLayoutId id="2147483666" r:id="rId25"/>
    <p:sldLayoutId id="2147483769" r:id="rId26"/>
    <p:sldLayoutId id="2147483676" r:id="rId27"/>
    <p:sldLayoutId id="2147483758" r:id="rId28"/>
    <p:sldLayoutId id="2147483680" r:id="rId29"/>
    <p:sldLayoutId id="2147483734" r:id="rId30"/>
    <p:sldLayoutId id="2147483671" r:id="rId31"/>
    <p:sldLayoutId id="2147483751" r:id="rId32"/>
    <p:sldLayoutId id="2147483675" r:id="rId33"/>
    <p:sldLayoutId id="2147483703" r:id="rId34"/>
    <p:sldLayoutId id="2147483752" r:id="rId35"/>
    <p:sldLayoutId id="2147483737" r:id="rId36"/>
    <p:sldLayoutId id="2147483753" r:id="rId37"/>
    <p:sldLayoutId id="2147483674" r:id="rId38"/>
    <p:sldLayoutId id="2147483702" r:id="rId39"/>
    <p:sldLayoutId id="2147483670" r:id="rId40"/>
    <p:sldLayoutId id="2147483735" r:id="rId41"/>
    <p:sldLayoutId id="2147483669" r:id="rId42"/>
    <p:sldLayoutId id="2147483682" r:id="rId43"/>
    <p:sldLayoutId id="2147483719" r:id="rId44"/>
    <p:sldLayoutId id="2147483686" r:id="rId45"/>
    <p:sldLayoutId id="2147483720" r:id="rId46"/>
    <p:sldLayoutId id="2147483768" r:id="rId47"/>
    <p:sldLayoutId id="2147483710" r:id="rId48"/>
    <p:sldLayoutId id="2147483729" r:id="rId49"/>
    <p:sldLayoutId id="2147483730" r:id="rId50"/>
    <p:sldLayoutId id="2147483713" r:id="rId51"/>
    <p:sldLayoutId id="2147483693" r:id="rId52"/>
    <p:sldLayoutId id="2147483690" r:id="rId53"/>
    <p:sldLayoutId id="2147483726" r:id="rId54"/>
    <p:sldLayoutId id="2147483691" r:id="rId55"/>
    <p:sldLayoutId id="2147483694" r:id="rId56"/>
    <p:sldLayoutId id="2147483695" r:id="rId57"/>
    <p:sldLayoutId id="2147483696" r:id="rId58"/>
    <p:sldLayoutId id="2147483697" r:id="rId59"/>
    <p:sldLayoutId id="2147483698" r:id="rId60"/>
    <p:sldLayoutId id="2147483699" r:id="rId61"/>
    <p:sldLayoutId id="2147483700" r:id="rId62"/>
    <p:sldLayoutId id="2147483701" r:id="rId63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 userDrawn="1">
          <p15:clr>
            <a:srgbClr val="F26B43"/>
          </p15:clr>
        </p15:guide>
        <p15:guide id="4" orient="horz" pos="264" userDrawn="1">
          <p15:clr>
            <a:srgbClr val="F26B43"/>
          </p15:clr>
        </p15:guide>
        <p15:guide id="5" pos="7416" userDrawn="1">
          <p15:clr>
            <a:srgbClr val="F26B43"/>
          </p15:clr>
        </p15:guide>
        <p15:guide id="12" pos="4632" userDrawn="1">
          <p15:clr>
            <a:srgbClr val="F26B43"/>
          </p15:clr>
        </p15:guide>
        <p15:guide id="13" pos="5544" userDrawn="1">
          <p15:clr>
            <a:srgbClr val="F26B43"/>
          </p15:clr>
        </p15:guide>
        <p15:guide id="26" pos="2784" userDrawn="1">
          <p15:clr>
            <a:srgbClr val="F26B43"/>
          </p15:clr>
        </p15:guide>
        <p15:guide id="27" pos="3048" userDrawn="1">
          <p15:clr>
            <a:srgbClr val="F26B43"/>
          </p15:clr>
        </p15:guide>
        <p15:guide id="29" pos="3960" userDrawn="1">
          <p15:clr>
            <a:srgbClr val="F26B43"/>
          </p15:clr>
        </p15:guide>
        <p15:guide id="30" pos="1176" userDrawn="1">
          <p15:clr>
            <a:srgbClr val="F26B43"/>
          </p15:clr>
        </p15:guide>
        <p15:guide id="31" pos="912" userDrawn="1">
          <p15:clr>
            <a:srgbClr val="F26B43"/>
          </p15:clr>
        </p15:guide>
        <p15:guide id="32" pos="3696" userDrawn="1">
          <p15:clr>
            <a:srgbClr val="F26B43"/>
          </p15:clr>
        </p15:guide>
        <p15:guide id="33" pos="1848" userDrawn="1">
          <p15:clr>
            <a:srgbClr val="F26B43"/>
          </p15:clr>
        </p15:guide>
        <p15:guide id="34" pos="2112" userDrawn="1">
          <p15:clr>
            <a:srgbClr val="F26B43"/>
          </p15:clr>
        </p15:guide>
        <p15:guide id="36" pos="6528" userDrawn="1">
          <p15:clr>
            <a:srgbClr val="F26B43"/>
          </p15:clr>
        </p15:guide>
        <p15:guide id="37" pos="6744" userDrawn="1">
          <p15:clr>
            <a:srgbClr val="F26B43"/>
          </p15:clr>
        </p15:guide>
        <p15:guide id="42" orient="horz" pos="393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0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0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0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0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EA4D2C-4D5C-AC28-D8CC-859AFF9DBC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/>
          <a:lstStyle/>
          <a:p>
            <a:r>
              <a:rPr lang="hu-HU" noProof="0"/>
              <a:t>FastFuel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B102265-8990-D1BC-A9F2-66CA9D9221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842056"/>
          </a:xfrm>
        </p:spPr>
        <p:txBody>
          <a:bodyPr>
            <a:normAutofit fontScale="92500"/>
          </a:bodyPr>
          <a:lstStyle/>
          <a:p>
            <a:r>
              <a:rPr lang="hu-HU" noProof="0">
                <a:ea typeface="+mn-lt"/>
                <a:cs typeface="+mn-lt"/>
              </a:rPr>
              <a:t>Központosított étteremlánc-kezelő </a:t>
            </a:r>
            <a:r>
              <a:rPr lang="hu-HU">
                <a:ea typeface="+mn-lt"/>
                <a:cs typeface="+mn-lt"/>
              </a:rPr>
              <a:t>rendszer</a:t>
            </a:r>
          </a:p>
          <a:p>
            <a:r>
              <a:rPr lang="hu-HU"/>
              <a:t>By: </a:t>
            </a:r>
            <a:br>
              <a:rPr lang="hu-HU"/>
            </a:br>
            <a:r>
              <a:rPr lang="en-GB"/>
              <a:t>-</a:t>
            </a:r>
            <a:r>
              <a:rPr lang="en-GB" err="1"/>
              <a:t>Tircsi</a:t>
            </a:r>
            <a:r>
              <a:rPr lang="en-GB"/>
              <a:t> Kolos</a:t>
            </a:r>
            <a:endParaRPr lang="hu-HU"/>
          </a:p>
          <a:p>
            <a:r>
              <a:rPr lang="en-GB"/>
              <a:t>-Császár Zoltán</a:t>
            </a:r>
          </a:p>
          <a:p>
            <a:r>
              <a:rPr lang="en-GB"/>
              <a:t>-Massman Noah James</a:t>
            </a:r>
          </a:p>
        </p:txBody>
      </p:sp>
    </p:spTree>
    <p:extLst>
      <p:ext uri="{BB962C8B-B14F-4D97-AF65-F5344CB8AC3E}">
        <p14:creationId xmlns:p14="http://schemas.microsoft.com/office/powerpoint/2010/main" val="14890482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A49D3-F5D2-EEBF-ECE1-BBE63EC8ED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solidFill>
                  <a:srgbClr val="FFFFFF"/>
                </a:solidFill>
              </a:rPr>
              <a:t>Bevezetés </a:t>
            </a:r>
            <a:r>
              <a:rPr lang="en-GB" err="1">
                <a:solidFill>
                  <a:srgbClr val="FFFFFF"/>
                </a:solidFill>
              </a:rPr>
              <a:t>és</a:t>
            </a:r>
            <a:r>
              <a:rPr lang="en-GB">
                <a:solidFill>
                  <a:srgbClr val="FFFFFF"/>
                </a:solidFill>
              </a:rPr>
              <a:t> Üzleti Logika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871873-62DE-60A4-52E6-2E218226B4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554CC9-6173-6E32-8FF7-1E5F49BE3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6361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FAD7D-F912-E196-8E66-DDC53082B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err="1">
                <a:ea typeface="+mj-lt"/>
                <a:cs typeface="+mj-lt"/>
              </a:rPr>
              <a:t>Üzleti</a:t>
            </a:r>
            <a:r>
              <a:rPr lang="en-GB" b="1">
                <a:ea typeface="+mj-lt"/>
                <a:cs typeface="+mj-lt"/>
              </a:rPr>
              <a:t> </a:t>
            </a:r>
            <a:r>
              <a:rPr lang="en-GB" b="1" err="1">
                <a:ea typeface="+mj-lt"/>
                <a:cs typeface="+mj-lt"/>
              </a:rPr>
              <a:t>és</a:t>
            </a:r>
            <a:r>
              <a:rPr lang="en-GB" b="1">
                <a:ea typeface="+mj-lt"/>
                <a:cs typeface="+mj-lt"/>
              </a:rPr>
              <a:t> </a:t>
            </a:r>
            <a:r>
              <a:rPr lang="en-GB" b="1" err="1">
                <a:ea typeface="+mj-lt"/>
                <a:cs typeface="+mj-lt"/>
              </a:rPr>
              <a:t>felhasználói</a:t>
            </a:r>
            <a:r>
              <a:rPr lang="en-GB" b="1">
                <a:ea typeface="+mj-lt"/>
                <a:cs typeface="+mj-lt"/>
              </a:rPr>
              <a:t> </a:t>
            </a:r>
            <a:r>
              <a:rPr lang="en-GB" b="1" err="1">
                <a:ea typeface="+mj-lt"/>
                <a:cs typeface="+mj-lt"/>
              </a:rPr>
              <a:t>folyamat</a:t>
            </a:r>
            <a:r>
              <a:rPr lang="en-GB">
                <a:ea typeface="+mj-lt"/>
                <a:cs typeface="+mj-lt"/>
              </a:rPr>
              <a:t>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098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BB67F-2FEA-A16B-F25F-1DF24A8E8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xplore McDonald's Kitchen - NAV3D">
            <a:extLst>
              <a:ext uri="{FF2B5EF4-FFF2-40B4-BE49-F238E27FC236}">
                <a16:creationId xmlns:a16="http://schemas.microsoft.com/office/drawing/2014/main" id="{14EFF657-1DA8-D60D-0E91-12DB5E5121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" y="10"/>
            <a:ext cx="12191980" cy="6857990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743947-04D5-D8DA-4882-9CB789F31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endParaRPr lang="en-US"/>
          </a:p>
          <a:p>
            <a:pPr>
              <a:spcAft>
                <a:spcPts val="600"/>
              </a:spcAft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76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6F9A0-3C8C-0EE3-56BB-D3F48BB1B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noProof="0"/>
              <a:t>A Probléma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DA21EF-FFD1-3E32-1255-257F89F52A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1800" noProof="0">
                <a:ea typeface="+mn-lt"/>
                <a:cs typeface="+mn-lt"/>
              </a:rPr>
              <a:t>A FastFuel rendszer több problémát is képes megoldani egy kisebb étteremlánc számára</a:t>
            </a:r>
            <a:endParaRPr lang="hu-HU" sz="1800" noProof="0"/>
          </a:p>
          <a:p>
            <a:pPr marL="285750" indent="-285750">
              <a:buFont typeface="Arial"/>
              <a:buChar char="•"/>
            </a:pPr>
            <a:r>
              <a:rPr lang="hu-HU" sz="1800" noProof="0">
                <a:ea typeface="+mn-lt"/>
                <a:cs typeface="+mn-lt"/>
              </a:rPr>
              <a:t>Kaotikus, papíralapú munkafolyamatokat leegyszerűsíti</a:t>
            </a:r>
            <a:endParaRPr lang="hu-HU" noProof="0"/>
          </a:p>
          <a:p>
            <a:pPr marL="285750" indent="-285750">
              <a:buFont typeface="Arial"/>
              <a:buChar char="•"/>
            </a:pPr>
            <a:r>
              <a:rPr lang="hu-HU" sz="1800" noProof="0">
                <a:ea typeface="+mn-lt"/>
                <a:cs typeface="+mn-lt"/>
              </a:rPr>
              <a:t>Lassú konyhai kommunikációt felgyorsítja</a:t>
            </a:r>
            <a:endParaRPr lang="hu-HU" noProof="0"/>
          </a:p>
          <a:p>
            <a:pPr marL="285750" indent="-285750">
              <a:buFont typeface="Arial"/>
              <a:buChar char="•"/>
            </a:pPr>
            <a:r>
              <a:rPr lang="hu-HU" sz="1800" noProof="0"/>
              <a:t>Javítja a vendégélményt</a:t>
            </a:r>
          </a:p>
          <a:p>
            <a:endParaRPr lang="hu-HU" sz="1800" noProof="0"/>
          </a:p>
        </p:txBody>
      </p:sp>
    </p:spTree>
    <p:extLst>
      <p:ext uri="{BB962C8B-B14F-4D97-AF65-F5344CB8AC3E}">
        <p14:creationId xmlns:p14="http://schemas.microsoft.com/office/powerpoint/2010/main" val="4274478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EF2D-D9BF-304F-EC57-11ADDEEB8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noProof="0"/>
              <a:t>Ki a célközönség?</a:t>
            </a:r>
            <a:endParaRPr lang="hu-HU" noProof="0">
              <a:solidFill>
                <a:srgbClr val="000000"/>
              </a:solidFill>
            </a:endParaRPr>
          </a:p>
          <a:p>
            <a:endParaRPr lang="hu-HU" noProof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AE6F0DB-797B-4D56-082E-01B5F0D04D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7" y="2471736"/>
            <a:ext cx="5668523" cy="366273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 sz="2000" noProof="0">
                <a:ea typeface="+mn-lt"/>
                <a:cs typeface="+mn-lt"/>
              </a:rPr>
              <a:t>A projekt egy 5-10 étteremből álló étteremláncnak lett szánva, ami szeretné a teljes munkafolyamat digitalizálni </a:t>
            </a:r>
            <a:endParaRPr lang="hu-HU" noProof="0"/>
          </a:p>
        </p:txBody>
      </p:sp>
    </p:spTree>
    <p:extLst>
      <p:ext uri="{BB962C8B-B14F-4D97-AF65-F5344CB8AC3E}">
        <p14:creationId xmlns:p14="http://schemas.microsoft.com/office/powerpoint/2010/main" val="22284232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016AE-4BEF-993E-2702-DB4ED19E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noProof="0"/>
              <a:t>Miért a FastFuel?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BA6C84-C8FE-591F-855B-4D3CC29A1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1600" noProof="0">
                <a:latin typeface="Times New Roman"/>
                <a:cs typeface="Times New Roman"/>
              </a:rPr>
              <a:t>Az étlap kezelés</a:t>
            </a:r>
            <a:r>
              <a:rPr lang="en-US" sz="1600" noProof="0">
                <a:latin typeface="Times New Roman"/>
                <a:cs typeface="Times New Roman"/>
              </a:rPr>
              <a:t>e</a:t>
            </a:r>
          </a:p>
          <a:p>
            <a:r>
              <a:rPr lang="hu-HU" sz="1600" noProof="0">
                <a:latin typeface="Times New Roman"/>
                <a:cs typeface="Times New Roman"/>
              </a:rPr>
              <a:t>A rendelések felvétel</a:t>
            </a:r>
            <a:r>
              <a:rPr lang="en-US" sz="1600" noProof="0">
                <a:latin typeface="Times New Roman"/>
                <a:cs typeface="Times New Roman"/>
              </a:rPr>
              <a:t>e</a:t>
            </a:r>
            <a:endParaRPr lang="hu-HU" sz="1600" noProof="0">
              <a:latin typeface="Times New Roman"/>
              <a:cs typeface="Times New Roman"/>
            </a:endParaRPr>
          </a:p>
          <a:p>
            <a:r>
              <a:rPr lang="hu-HU" sz="1600" noProof="0">
                <a:latin typeface="Times New Roman"/>
                <a:cs typeface="Times New Roman"/>
              </a:rPr>
              <a:t>A konyhai feladatok automatikus szétosztás</a:t>
            </a:r>
            <a:r>
              <a:rPr lang="en-US" sz="1600" noProof="0">
                <a:latin typeface="Times New Roman"/>
                <a:cs typeface="Times New Roman"/>
              </a:rPr>
              <a:t>a</a:t>
            </a:r>
          </a:p>
          <a:p>
            <a:r>
              <a:rPr lang="hu-HU" sz="1600" noProof="0">
                <a:latin typeface="Times New Roman"/>
                <a:cs typeface="Times New Roman"/>
              </a:rPr>
              <a:t>A dolgozók konyhai állomásokra való betanításának nyilvántartás</a:t>
            </a:r>
            <a:r>
              <a:rPr lang="en-US" sz="1600" noProof="0">
                <a:latin typeface="Times New Roman"/>
                <a:cs typeface="Times New Roman"/>
              </a:rPr>
              <a:t>a</a:t>
            </a:r>
            <a:endParaRPr lang="hu-HU" sz="1600" noProof="0">
              <a:latin typeface="Times New Roman"/>
              <a:cs typeface="Times New Roman"/>
            </a:endParaRPr>
          </a:p>
          <a:p>
            <a:r>
              <a:rPr lang="hu-HU" sz="1600" noProof="0">
                <a:latin typeface="Times New Roman"/>
                <a:cs typeface="Times New Roman"/>
              </a:rPr>
              <a:t>A rendelési állapot valós idejű megjelenítés</a:t>
            </a:r>
            <a:r>
              <a:rPr lang="en-US" sz="1600" noProof="0">
                <a:latin typeface="Times New Roman"/>
                <a:cs typeface="Times New Roman"/>
              </a:rPr>
              <a:t>e</a:t>
            </a:r>
            <a:r>
              <a:rPr lang="hu-HU" sz="1600" noProof="0">
                <a:latin typeface="Times New Roman"/>
                <a:cs typeface="Times New Roman"/>
              </a:rPr>
              <a:t> a vendégek számára</a:t>
            </a:r>
          </a:p>
          <a:p>
            <a:r>
              <a:rPr lang="hu-HU" sz="1600" noProof="0">
                <a:latin typeface="Times New Roman"/>
                <a:cs typeface="Times New Roman"/>
              </a:rPr>
              <a:t>A műszakbeosztás kezelés</a:t>
            </a:r>
            <a:r>
              <a:rPr lang="en-US" sz="1600" noProof="0">
                <a:latin typeface="Times New Roman"/>
                <a:cs typeface="Times New Roman"/>
              </a:rPr>
              <a:t>e</a:t>
            </a:r>
          </a:p>
          <a:p>
            <a:r>
              <a:rPr lang="hu-HU" sz="1600" noProof="0">
                <a:latin typeface="Times New Roman"/>
                <a:cs typeface="Times New Roman"/>
              </a:rPr>
              <a:t>Az egyes éttermekhez tartozó adatok nyilvántartás</a:t>
            </a:r>
            <a:r>
              <a:rPr lang="en-US" sz="1600" noProof="0">
                <a:latin typeface="Times New Roman"/>
                <a:cs typeface="Times New Roman"/>
              </a:rPr>
              <a:t>a</a:t>
            </a:r>
            <a:endParaRPr lang="hu-HU" sz="1600" noProof="0">
              <a:latin typeface="Times New Roman"/>
              <a:cs typeface="Times New Roman"/>
            </a:endParaRPr>
          </a:p>
          <a:p>
            <a:r>
              <a:rPr lang="hu-HU" sz="1600" noProof="0">
                <a:latin typeface="Times New Roman"/>
                <a:cs typeface="Times New Roman"/>
              </a:rPr>
              <a:t>A felhasználók </a:t>
            </a:r>
            <a:r>
              <a:rPr lang="hu-HU" sz="1600" noProof="0" err="1">
                <a:latin typeface="Times New Roman"/>
                <a:cs typeface="Times New Roman"/>
              </a:rPr>
              <a:t>regisztrációj</a:t>
            </a:r>
            <a:r>
              <a:rPr lang="en-US" sz="1600" noProof="0">
                <a:latin typeface="Times New Roman"/>
                <a:cs typeface="Times New Roman"/>
              </a:rPr>
              <a:t>a</a:t>
            </a:r>
            <a:r>
              <a:rPr lang="hu-HU" sz="1600" noProof="0">
                <a:latin typeface="Times New Roman"/>
                <a:cs typeface="Times New Roman"/>
              </a:rPr>
              <a:t> és kezelés</a:t>
            </a:r>
            <a:r>
              <a:rPr lang="en-US" sz="1600" noProof="0">
                <a:latin typeface="Times New Roman"/>
                <a:cs typeface="Times New Roman"/>
              </a:rPr>
              <a:t>e</a:t>
            </a:r>
            <a:r>
              <a:rPr lang="hu-HU" sz="1600" noProof="0">
                <a:latin typeface="Times New Roman"/>
                <a:cs typeface="Times New Roman"/>
              </a:rPr>
              <a:t> típusok szerint,</a:t>
            </a:r>
          </a:p>
          <a:p>
            <a:r>
              <a:rPr lang="hu-HU" sz="1600" noProof="0">
                <a:latin typeface="Times New Roman"/>
                <a:cs typeface="Times New Roman"/>
              </a:rPr>
              <a:t>A tetszőleges számú szerepkör létrehozását és jogosultságok szabályozás</a:t>
            </a:r>
            <a:r>
              <a:rPr lang="en-US" sz="1600" noProof="0">
                <a:latin typeface="Times New Roman"/>
                <a:cs typeface="Times New Roman"/>
              </a:rPr>
              <a:t>a</a:t>
            </a:r>
            <a:endParaRPr lang="hu-HU" sz="1600" noProof="0">
              <a:latin typeface="Times New Roman"/>
              <a:cs typeface="Times New Roman"/>
            </a:endParaRPr>
          </a:p>
          <a:p>
            <a:pPr algn="r"/>
            <a:endParaRPr lang="hu-HU" noProof="0"/>
          </a:p>
        </p:txBody>
      </p:sp>
    </p:spTree>
    <p:extLst>
      <p:ext uri="{BB962C8B-B14F-4D97-AF65-F5344CB8AC3E}">
        <p14:creationId xmlns:p14="http://schemas.microsoft.com/office/powerpoint/2010/main" val="129928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7FA87-0AFB-FD45-6D18-C5BD7477C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2F03C4-1407-FDE2-C2EF-3D81CBABB1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sz="9600">
                <a:solidFill>
                  <a:srgbClr val="FFFFFF"/>
                </a:solidFill>
                <a:ea typeface="+mj-lt"/>
                <a:cs typeface="+mj-lt"/>
              </a:rPr>
              <a:t>Technológia 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CBDDA2-76D8-947A-C3AB-57E930FEB1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E4A1DE-3C0B-4ED0-8FDF-FD8901DDC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295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A18AA66-94E6-CD41-F1FF-B4854533EB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090511"/>
              </p:ext>
            </p:extLst>
          </p:nvPr>
        </p:nvGraphicFramePr>
        <p:xfrm>
          <a:off x="851647" y="1467970"/>
          <a:ext cx="9908454" cy="35584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2818">
                  <a:extLst>
                    <a:ext uri="{9D8B030D-6E8A-4147-A177-3AD203B41FA5}">
                      <a16:colId xmlns:a16="http://schemas.microsoft.com/office/drawing/2014/main" val="2636108267"/>
                    </a:ext>
                  </a:extLst>
                </a:gridCol>
                <a:gridCol w="3302818">
                  <a:extLst>
                    <a:ext uri="{9D8B030D-6E8A-4147-A177-3AD203B41FA5}">
                      <a16:colId xmlns:a16="http://schemas.microsoft.com/office/drawing/2014/main" val="1571856150"/>
                    </a:ext>
                  </a:extLst>
                </a:gridCol>
                <a:gridCol w="3302818">
                  <a:extLst>
                    <a:ext uri="{9D8B030D-6E8A-4147-A177-3AD203B41FA5}">
                      <a16:colId xmlns:a16="http://schemas.microsoft.com/office/drawing/2014/main" val="3244019609"/>
                    </a:ext>
                  </a:extLst>
                </a:gridCol>
              </a:tblGrid>
              <a:tr h="372717">
                <a:tc>
                  <a:txBody>
                    <a:bodyPr/>
                    <a:lstStyle/>
                    <a:p>
                      <a:pPr algn="ctr"/>
                      <a:r>
                        <a:rPr lang="hu-HU" noProof="0"/>
                        <a:t>Adatbázis</a:t>
                      </a:r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noProof="0"/>
                        <a:t>Backend</a:t>
                      </a:r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noProof="0"/>
                        <a:t>Frontend</a:t>
                      </a:r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9762271"/>
                  </a:ext>
                </a:extLst>
              </a:tr>
              <a:tr h="2271312">
                <a:tc>
                  <a:txBody>
                    <a:bodyPr/>
                    <a:lstStyle/>
                    <a:p>
                      <a:pPr marL="0" lvl="0" indent="0" algn="l">
                        <a:buFont typeface="Arial"/>
                        <a:buNone/>
                      </a:pPr>
                      <a:r>
                        <a:rPr lang="hu-HU" sz="1600" b="0" i="0" u="none" strike="noStrike" noProof="0">
                          <a:solidFill>
                            <a:srgbClr val="000000"/>
                          </a:solidFill>
                          <a:latin typeface="Neue Haas Grotesk Text Pro"/>
                          <a:cs typeface="Times New Roman"/>
                        </a:rPr>
                        <a:t>MariaDB</a:t>
                      </a:r>
                      <a:endParaRPr lang="hu-HU" sz="1600" noProof="0">
                        <a:latin typeface="Neue Haas Grotesk Text Pro"/>
                      </a:endParaRPr>
                    </a:p>
                  </a:txBody>
                  <a:tcP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buFont typeface="Arial"/>
                        <a:buNone/>
                      </a:pPr>
                      <a:r>
                        <a:rPr lang="hu-HU" sz="1600" b="0" i="0" u="none" strike="noStrike" noProof="0">
                          <a:solidFill>
                            <a:srgbClr val="000000"/>
                          </a:solidFill>
                          <a:latin typeface="Neue Haas Grotesk Text Pro"/>
                          <a:cs typeface="Times New Roman"/>
                        </a:rPr>
                        <a:t>C#</a:t>
                      </a:r>
                      <a:endParaRPr lang="hu-HU" sz="1600" noProof="0">
                        <a:latin typeface="Neue Haas Grotesk Text Pro"/>
                      </a:endParaRPr>
                    </a:p>
                    <a:p>
                      <a:pPr marL="0" lvl="0" indent="0" algn="l">
                        <a:buFont typeface="Arial"/>
                        <a:buNone/>
                      </a:pPr>
                      <a:r>
                        <a:rPr lang="hu-HU" sz="1600" b="0" i="0" u="none" strike="noStrike" noProof="0">
                          <a:solidFill>
                            <a:srgbClr val="000000"/>
                          </a:solidFill>
                          <a:latin typeface="Neue Haas Grotesk Text Pro"/>
                          <a:cs typeface="Times New Roman"/>
                        </a:rPr>
                        <a:t>EF Core</a:t>
                      </a:r>
                      <a:endParaRPr lang="hu-HU" sz="1600" noProof="0">
                        <a:latin typeface="Neue Haas Grotesk Text Pro"/>
                      </a:endParaRPr>
                    </a:p>
                    <a:p>
                      <a:pPr marL="0" lvl="0" indent="0" algn="l">
                        <a:buFont typeface="Arial"/>
                        <a:buNone/>
                      </a:pPr>
                      <a:r>
                        <a:rPr lang="hu-HU" sz="1600" b="0" i="0" u="none" strike="noStrike" noProof="0">
                          <a:solidFill>
                            <a:srgbClr val="000000"/>
                          </a:solidFill>
                          <a:latin typeface="Neue Haas Grotesk Text Pro"/>
                          <a:cs typeface="Times New Roman"/>
                        </a:rPr>
                        <a:t>ASP.NET Core</a:t>
                      </a:r>
                      <a:endParaRPr lang="hu-HU" sz="1600" noProof="0">
                        <a:latin typeface="Neue Haas Grotesk Text Pro"/>
                      </a:endParaRPr>
                    </a:p>
                    <a:p>
                      <a:pPr marL="0" lvl="0" indent="0" algn="l">
                        <a:buFont typeface="Arial"/>
                        <a:buNone/>
                      </a:pPr>
                      <a:r>
                        <a:rPr lang="hu-HU" sz="1600" b="0" i="0" u="none" strike="noStrike" noProof="0">
                          <a:solidFill>
                            <a:srgbClr val="000000"/>
                          </a:solidFill>
                          <a:latin typeface="Neue Haas Grotesk Text Pro"/>
                          <a:cs typeface="Times New Roman"/>
                        </a:rPr>
                        <a:t>OpenAPI</a:t>
                      </a:r>
                      <a:endParaRPr lang="hu-HU" sz="1600" noProof="0">
                        <a:latin typeface="Neue Haas Grotesk Text Pro"/>
                      </a:endParaRPr>
                    </a:p>
                    <a:p>
                      <a:pPr marL="0" lvl="0" indent="0" algn="l">
                        <a:buFont typeface="Arial"/>
                        <a:buNone/>
                      </a:pPr>
                      <a:r>
                        <a:rPr lang="hu-HU" sz="1600" b="0" i="0" u="none" strike="noStrike" noProof="0">
                          <a:solidFill>
                            <a:srgbClr val="000000"/>
                          </a:solidFill>
                          <a:latin typeface="Neue Haas Grotesk Text Pro"/>
                          <a:cs typeface="Times New Roman"/>
                        </a:rPr>
                        <a:t>Swagger UI</a:t>
                      </a:r>
                    </a:p>
                    <a:p>
                      <a:pPr marL="0" lvl="0" indent="0" algn="l">
                        <a:buFont typeface="Arial"/>
                        <a:buNone/>
                      </a:pPr>
                      <a:r>
                        <a:rPr lang="hu-HU" sz="1600" b="0" i="0" u="none" strike="noStrike" noProof="0" err="1">
                          <a:solidFill>
                            <a:srgbClr val="000000"/>
                          </a:solidFill>
                          <a:latin typeface="Neue Haas Grotesk Text Pro"/>
                          <a:cs typeface="Times New Roman"/>
                        </a:rPr>
                        <a:t>TestContainers</a:t>
                      </a:r>
                      <a:endParaRPr lang="hu-HU" sz="1600" b="0" i="0" u="none" strike="noStrike" noProof="0">
                        <a:solidFill>
                          <a:srgbClr val="000000"/>
                        </a:solidFill>
                        <a:latin typeface="Neue Haas Grotesk Text Pro"/>
                        <a:cs typeface="Times New Roman"/>
                      </a:endParaRPr>
                    </a:p>
                  </a:txBody>
                  <a:tcP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buFont typeface="Arial"/>
                        <a:buNone/>
                      </a:pPr>
                      <a:r>
                        <a:rPr lang="hu-HU" sz="1600" noProof="0">
                          <a:latin typeface="Neue Haas Grotesk Text Pro"/>
                          <a:cs typeface="Times New Roman"/>
                        </a:rPr>
                        <a:t>React</a:t>
                      </a:r>
                      <a:endParaRPr lang="hu-HU" sz="1600" noProof="0">
                        <a:latin typeface="Neue Haas Grotesk Text Pro"/>
                      </a:endParaRPr>
                    </a:p>
                    <a:p>
                      <a:pPr marL="0" lvl="0" indent="0" algn="l">
                        <a:buFont typeface="Arial"/>
                        <a:buNone/>
                      </a:pPr>
                      <a:r>
                        <a:rPr lang="hu-HU" sz="1600" noProof="0">
                          <a:latin typeface="Neue Haas Grotesk Text Pro"/>
                          <a:cs typeface="Times New Roman"/>
                        </a:rPr>
                        <a:t>TypeScript</a:t>
                      </a:r>
                      <a:endParaRPr lang="hu-HU" sz="1600" noProof="0">
                        <a:latin typeface="Neue Haas Grotesk Text Pro"/>
                      </a:endParaRPr>
                    </a:p>
                    <a:p>
                      <a:pPr marL="0" lvl="0" indent="0" algn="l">
                        <a:buFont typeface="Arial"/>
                        <a:buNone/>
                      </a:pPr>
                      <a:r>
                        <a:rPr lang="hu-HU" sz="1600" noProof="0" err="1">
                          <a:latin typeface="Neue Haas Grotesk Text Pro"/>
                          <a:cs typeface="Times New Roman"/>
                        </a:rPr>
                        <a:t>Mantine</a:t>
                      </a:r>
                      <a:r>
                        <a:rPr lang="hu-HU" sz="1600" noProof="0">
                          <a:latin typeface="Neue Haas Grotesk Text Pro"/>
                          <a:cs typeface="Times New Roman"/>
                        </a:rPr>
                        <a:t> UI</a:t>
                      </a:r>
                      <a:endParaRPr lang="hu-HU" sz="1600" noProof="0">
                        <a:latin typeface="Neue Haas Grotesk Text Pro"/>
                      </a:endParaRPr>
                    </a:p>
                    <a:p>
                      <a:pPr marL="0" lvl="0" indent="0" algn="l">
                        <a:buFont typeface="Arial"/>
                        <a:buNone/>
                      </a:pPr>
                      <a:r>
                        <a:rPr lang="hu-HU" sz="1600" noProof="0">
                          <a:latin typeface="Neue Haas Grotesk Text Pro"/>
                          <a:cs typeface="Times New Roman"/>
                        </a:rPr>
                        <a:t>Tanstack Query</a:t>
                      </a:r>
                      <a:endParaRPr lang="hu-HU" sz="1600" noProof="0">
                        <a:latin typeface="Neue Haas Grotesk Text Pro"/>
                      </a:endParaRPr>
                    </a:p>
                  </a:txBody>
                  <a:tcP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5285455"/>
                  </a:ext>
                </a:extLst>
              </a:tr>
              <a:tr h="860902">
                <a:tc>
                  <a:txBody>
                    <a:bodyPr/>
                    <a:lstStyle/>
                    <a:p>
                      <a:pPr algn="l"/>
                      <a:r>
                        <a:rPr lang="hu-HU" noProof="0"/>
                        <a:t>Császár Zoltán</a:t>
                      </a:r>
                    </a:p>
                  </a:txBody>
                  <a:tcPr>
                    <a:solidFill>
                      <a:schemeClr val="bg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 sz="1800" b="0" i="0" u="none" strike="noStrike" noProof="0">
                          <a:solidFill>
                            <a:srgbClr val="09090C"/>
                          </a:solidFill>
                          <a:latin typeface="Neue Haas Grotesk Text Pro"/>
                        </a:rPr>
                        <a:t>Császár Zoltán</a:t>
                      </a:r>
                    </a:p>
                    <a:p>
                      <a:pPr lvl="0" algn="l">
                        <a:buNone/>
                      </a:pPr>
                      <a:r>
                        <a:rPr lang="hu-HU" sz="1800" b="0" i="0" u="none" strike="noStrike" noProof="0">
                          <a:solidFill>
                            <a:srgbClr val="09090C"/>
                          </a:solidFill>
                          <a:latin typeface="Neue Haas Grotesk Text Pro"/>
                        </a:rPr>
                        <a:t>Tircsi Kolos</a:t>
                      </a:r>
                    </a:p>
                    <a:p>
                      <a:pPr lvl="0" algn="l">
                        <a:buNone/>
                      </a:pPr>
                      <a:r>
                        <a:rPr lang="hu-HU" sz="1800" b="0" i="0" u="none" strike="noStrike" noProof="0">
                          <a:solidFill>
                            <a:srgbClr val="09090C"/>
                          </a:solidFill>
                          <a:latin typeface="Neue Haas Grotesk Text Pro"/>
                        </a:rPr>
                        <a:t>Massman Noah James</a:t>
                      </a:r>
                      <a:endParaRPr lang="hu-HU" b="0" noProof="0"/>
                    </a:p>
                  </a:txBody>
                  <a:tcPr>
                    <a:solidFill>
                      <a:schemeClr val="bg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 sz="1800" b="0" i="0" u="none" strike="noStrike" noProof="0">
                          <a:solidFill>
                            <a:srgbClr val="09090C"/>
                          </a:solidFill>
                          <a:latin typeface="Neue Haas Grotesk Text Pro"/>
                        </a:rPr>
                        <a:t>Császár Zoltán</a:t>
                      </a:r>
                    </a:p>
                    <a:p>
                      <a:pPr lvl="0" algn="l">
                        <a:buNone/>
                      </a:pPr>
                      <a:r>
                        <a:rPr lang="hu-HU" noProof="0"/>
                        <a:t>Tircsi Kolos</a:t>
                      </a:r>
                    </a:p>
                    <a:p>
                      <a:pPr lvl="0" algn="l">
                        <a:buNone/>
                      </a:pPr>
                      <a:r>
                        <a:rPr lang="hu-HU" noProof="0"/>
                        <a:t>Massman Noah James</a:t>
                      </a:r>
                    </a:p>
                  </a:txBody>
                  <a:tcPr>
                    <a:solidFill>
                      <a:schemeClr val="bg1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85626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52202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788F2-3E1B-B8BA-6358-779AC94D2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5F056-7788-2DCE-A573-05EBD7998D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sz="9600" err="1">
                <a:solidFill>
                  <a:srgbClr val="FFFFFF"/>
                </a:solidFill>
                <a:ea typeface="+mj-lt"/>
                <a:cs typeface="+mj-lt"/>
              </a:rPr>
              <a:t>Funkci</a:t>
            </a:r>
            <a:r>
              <a:rPr lang="hu-HU" sz="9600">
                <a:solidFill>
                  <a:srgbClr val="FFFFFF"/>
                </a:solidFill>
                <a:ea typeface="+mj-lt"/>
                <a:cs typeface="+mj-lt"/>
              </a:rPr>
              <a:t>ók</a:t>
            </a:r>
            <a:r>
              <a:rPr lang="en-GB" sz="9600">
                <a:solidFill>
                  <a:srgbClr val="FFFFFF"/>
                </a:solidFill>
                <a:ea typeface="+mj-lt"/>
                <a:cs typeface="+mj-lt"/>
              </a:rPr>
              <a:t> 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F934EB-1B15-2FB9-143D-20F45A424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2371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C2FECE-93E7-A231-6AB3-5D4409C33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904F043-74E0-D90F-904E-572803C795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3594252-951D-AD26-2726-79F4E7B31A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9989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14FC1-85C9-3355-C3DF-4093C7FE6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A04E88-932B-ADC9-26AA-70C7C3CA1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AAF506-397C-4C7E-A639-B1917D4D77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260" y="0"/>
            <a:ext cx="26174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8607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29CB4-1ADB-E02E-BF8A-7E7DDF172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FEE1ED-96FB-212B-09A4-D7A35D919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E8BAF2A-965F-3E37-94D5-BA3038E440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F97B24B-47E4-CF0C-91E0-F6B636A823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6109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2891C-E9EA-070B-996F-596297A74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701DD0-D4DE-1C75-7371-6A53C0D7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44261EE-BB75-4B34-B123-5D56ABB204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7852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0DDC9-E45F-394D-9BB9-7EC832ABE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5123FA-B62B-8CF9-358B-11F29F54C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93F11B5-3250-15AD-2C57-E88ED27014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421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DE115-94FC-4840-3F70-900872A49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8FEB3C-4D90-73D5-BE49-0E981D7B0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16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7887481-5D0E-3B42-E2B0-66E71F1099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260" y="0"/>
            <a:ext cx="26174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5321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08CAB-3709-9C40-878E-C56FAE731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92E13-52DF-3A8F-51AB-4A19A61637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9600">
                <a:solidFill>
                  <a:srgbClr val="FFFFFF"/>
                </a:solidFill>
                <a:ea typeface="+mj-lt"/>
                <a:cs typeface="+mj-lt"/>
              </a:rPr>
              <a:t>Adminisztrációs oldalak</a:t>
            </a:r>
            <a:r>
              <a:rPr lang="en-GB" sz="9600">
                <a:solidFill>
                  <a:srgbClr val="FFFFFF"/>
                </a:solidFill>
                <a:ea typeface="+mj-lt"/>
                <a:cs typeface="+mj-lt"/>
              </a:rPr>
              <a:t> 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5B119C-4C12-2002-1CE3-12D456AE3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9364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4EC11-8B2D-0FAD-5B50-0A418C162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EEB5C4-5FB6-CCB9-353A-4E8CD341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18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B08931-98D7-7B41-5051-527745E223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8803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3CF20-A546-960D-9762-37C7C3B25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156879-13A0-6987-2ED7-2BA5AB7B9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19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17BD1F-EC3B-C94C-6F25-D65FE8C9F0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3462" y="0"/>
            <a:ext cx="42250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5602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D7F1-E0CD-7761-E40C-DBE96887E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DF3AEB-23ED-D26E-49F5-3901DC36A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20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10366DB-A037-B0CF-07E8-21531DE972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1475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55D9A-A315-567D-6282-F95E9C6B1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1B8850-399C-0D3C-EE0F-8FA324A76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21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7E70DA-7865-14A0-A03C-C2B7DAA631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3462" y="0"/>
            <a:ext cx="42250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4857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AEAAF-12EA-8A08-A001-D5D962C9A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C0564D-DD10-E46A-F33E-F6E38C806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22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032B9F-8052-AB5E-DC28-A461BE9ECB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6196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CA8F1-2DFB-B0F0-4A2F-631E91BDA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6BE62C-5929-82B2-34CB-68EEE542D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23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E093722-09DB-88EF-C8EB-1D5657AEB0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001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1E928-8C6A-C322-6ED2-F2832224A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940E6B-95EF-94F6-26CA-24C1F7B1E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24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3988D9-E087-9F10-CBCC-6B528DB3BC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6482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B840E-3865-A715-98CD-B71EB56FD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BC652C-DF79-E8B6-1FE3-2C4DF3F25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25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E3D23F-6513-09B4-E250-30992DD70D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8853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9F723-258C-C3D2-4A87-CD22C2547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B8A350-1193-EE78-0FED-C953BC539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26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1EC3C7-79FD-B4E5-5358-405B068F47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" y="0"/>
            <a:ext cx="1219009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508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0877B-28F3-86C1-C151-FF0208343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A0AE3E-8923-E4B0-4B31-320BE69F7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27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363DAE-A419-3F88-5EE7-68E9EDED6A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0068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9EB46-17DC-7A36-3B72-6DFDA3A96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5147E5-7957-5B27-4079-FDBD8B096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28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054609-EA76-BB6D-149B-2FA36C9687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9070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51E05-46DD-7B53-8FAA-CD0253CDE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0F352A-6501-7038-AE1C-8A6873417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29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DDAF3D1-F64B-EB3C-CB7E-00CA0065EB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438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0BD23-DCF2-7253-F061-DFD41C9DF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66B7B1-7C8F-1765-BC5B-A62013680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30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FD42EE-9BBA-1A79-F4D5-72CC19DD2A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9677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6E8D0-0D0F-822D-EF2D-1F512B59F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200975-6C3F-B509-09FF-D8EB02781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31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4764CB-70FD-C5E1-341F-194821640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4223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593DD-AED0-C1D4-FCAA-11B8ECEDD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BC8785-BE71-74F2-C09C-395B5E195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32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7F68B9-3725-108D-7810-28F7870155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2915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8F094-69F7-80CF-426B-A03D2B889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FEDEF8-5698-6465-A038-DD76CFACF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33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4D77246-5D17-986B-FEFC-43CB34A0AB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1878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A2DEF-A506-4360-1EE5-5DC5F94AB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E712E8-FDE5-D014-B5ED-1E67AB6FF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34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07C05B8-CF0E-11FB-A974-2CC6F4F35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0585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AD4F2-8016-EF85-075D-A759A6FC7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42AFCC-80AA-BAE6-D5CD-D310C146F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35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7B385B-77DA-EAC3-3D84-B9683A14F9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2364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1CD66-8880-17E8-C461-318F4AEDE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E206DF-4435-D56B-CB67-5C7EDAF7D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36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92AD5E-3B58-5D43-1C2C-5781A5BCA2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8982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9E7BA-5650-9487-8B77-8CE2C6E13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FE234-632F-F06B-8F8C-29CF5CFC5A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9600">
                <a:solidFill>
                  <a:srgbClr val="FFFFFF"/>
                </a:solidFill>
                <a:ea typeface="+mj-lt"/>
                <a:cs typeface="+mj-lt"/>
              </a:rPr>
              <a:t>Rendelés folyamata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CA8904-2E3A-9080-0993-6524DDD9E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6412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F9C20-43B9-A2F0-AED0-44E00EA75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504667-0BB6-14D2-E7FC-FB7B8A913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38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EBA2CF-A764-B03C-192F-74914DE093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090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20936-83DC-68EA-3F93-290882735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3DACBA-4845-E40B-E5C5-78D242C37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39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6052DF-8E36-E093-AEFB-6AB985CC2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260" y="0"/>
            <a:ext cx="26174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1949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195F5-D5B1-F5BA-F238-A38E58F74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DECD05-056C-071C-5BD1-F02F9CB40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40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09025F-083F-F8A8-8A36-978255AE1C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74273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BB620-C14C-4C85-9611-796102187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ECEF27-F944-F9E1-B6BF-80E44CEE5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41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377FF4-F823-C618-32DB-F619D294F8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4796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DDB95-0312-2281-AB46-C4274F724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C5EAB7-EE6E-BE37-ED96-0B7A38667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42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DBF53F-C630-0310-B918-A41CB153FD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2630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7474F-6A35-3D0C-9951-7A46ABA90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D5F06-804B-9947-429B-8A2FD0E0E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43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733887-F4D8-4D45-266B-BF845D1DED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5930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D80EC-35DC-B8A9-2503-8EB788CA1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291AC-CC9E-EAE1-5E88-65841DA343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9600">
                <a:solidFill>
                  <a:srgbClr val="FFFFFF"/>
                </a:solidFill>
                <a:ea typeface="+mj-lt"/>
                <a:cs typeface="+mj-lt"/>
              </a:rPr>
              <a:t>Egyéb oldalak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863B58-BDF5-0794-8246-3A3219A64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6258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AB77B-866E-32F6-1A73-E7DF41CAC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361666-8F8D-B6EC-9508-BB0EEEA10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45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2480CBA-62E1-EA66-4F8B-048C0A4ED6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91469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984DB-7E78-9EE9-AC7E-E36E51355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1F7A3D-F9AA-A179-4104-49B073000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46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F9B3D6-5D2F-45BE-1B2E-8128A73571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6414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9C0B7-5FB6-8E05-5CF8-1B4ACA827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8D4EDD-00B9-51C0-C844-744C12B40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47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FE6436-C848-F30F-D136-082330268F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662915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60B3F1-72D4-D94A-FE27-F2A95ECC5BA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844487" y="2001772"/>
            <a:ext cx="8506567" cy="2855388"/>
          </a:xfrm>
        </p:spPr>
        <p:txBody>
          <a:bodyPr/>
          <a:lstStyle/>
          <a:p>
            <a:pPr marL="164465" indent="-164465" algn="ctr"/>
            <a:r>
              <a:rPr lang="en-US" noProof="0"/>
              <a:t>Live Demo</a:t>
            </a:r>
          </a:p>
        </p:txBody>
      </p:sp>
    </p:spTree>
    <p:extLst>
      <p:ext uri="{BB962C8B-B14F-4D97-AF65-F5344CB8AC3E}">
        <p14:creationId xmlns:p14="http://schemas.microsoft.com/office/powerpoint/2010/main" val="193151236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A3B43-C4C6-9AA4-F9F9-859F60E5E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1C7D7-2BA3-30EF-CBE5-4A8CE4F446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sz="9600">
                <a:solidFill>
                  <a:srgbClr val="FFFFFF"/>
                </a:solidFill>
                <a:ea typeface="+mj-lt"/>
                <a:cs typeface="+mj-lt"/>
              </a:rPr>
              <a:t>Fejlődés, Tanulságok és Q&amp;A </a:t>
            </a:r>
            <a:endParaRPr lang="en-US">
              <a:ea typeface="+mj-lt"/>
              <a:cs typeface="+mj-l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6481FE-6805-7FC7-A605-27A5258A5BB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  <a:p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944ADB-53ED-745A-5815-11E53FA6C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1534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73F4E-5E3C-7287-E218-6D15DE5D90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1662" y="3426486"/>
            <a:ext cx="10332999" cy="985658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hu-HU" sz="9600"/>
              <a:t> 3 Nagy Kihívás</a:t>
            </a:r>
            <a:endParaRPr lang="hu-HU" sz="9600" noProof="0">
              <a:solidFill>
                <a:srgbClr val="000000"/>
              </a:solidFill>
            </a:endParaRPr>
          </a:p>
          <a:p>
            <a:endParaRPr lang="hu-HU" noProof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C0A5A8-44EC-C804-BE73-B25891A239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3320" y="2458104"/>
            <a:ext cx="5385079" cy="3493129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hu-HU" sz="1800" dirty="0"/>
          </a:p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69157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F8A02-3E48-4ECD-A089-7364CF733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965" y="1481429"/>
            <a:ext cx="5385079" cy="985658"/>
          </a:xfrm>
        </p:spPr>
        <p:txBody>
          <a:bodyPr/>
          <a:lstStyle/>
          <a:p>
            <a:r>
              <a:rPr lang="hu-HU" sz="1800"/>
              <a:t>Inkonzisztens kódformázás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61C7BF-439E-56B1-ED12-3F2B9CAD5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927E8E-06B6-E4FF-D057-A7F71B46A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E14B8-5058-4271-B378-2217DE83796E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BB613F-73A8-D246-739E-54BC6B893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51</a:t>
            </a:fld>
            <a:endParaRPr lang="en-US"/>
          </a:p>
        </p:txBody>
      </p:sp>
      <p:pic>
        <p:nvPicPr>
          <p:cNvPr id="7" name="Content Placeholder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5F22FB5E-AFFC-A909-A26C-5CE2D92FE4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50089" y="9177"/>
            <a:ext cx="8839564" cy="6847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70559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9A29B-CD78-31DA-76B9-EAAB28910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891" y="1518600"/>
            <a:ext cx="3442909" cy="985658"/>
          </a:xfrm>
        </p:spPr>
        <p:txBody>
          <a:bodyPr>
            <a:normAutofit/>
          </a:bodyPr>
          <a:lstStyle/>
          <a:p>
            <a:r>
              <a:rPr lang="hu-HU" sz="2000"/>
              <a:t>Jogosultságkezelés implementációja</a:t>
            </a:r>
            <a:endParaRPr lang="en-US" sz="200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00AF5B-E637-CB51-6815-62320A997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6ABBD-218B-B2A3-3728-B918B8424F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E14B8-5058-4271-B378-2217DE83796E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6701A6-AB40-0D65-BC8D-A1675EECB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52</a:t>
            </a:fld>
            <a:endParaRPr lang="en-US"/>
          </a:p>
        </p:txBody>
      </p:sp>
      <p:pic>
        <p:nvPicPr>
          <p:cNvPr id="7" name="Content Placeholder 6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0907395C-3DFB-9DCF-CF29-C947FB618D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1120" y="4905470"/>
            <a:ext cx="12196616" cy="1952443"/>
          </a:xfrm>
          <a:prstGeom prst="rect">
            <a:avLst/>
          </a:prstGeom>
        </p:spPr>
      </p:pic>
      <p:pic>
        <p:nvPicPr>
          <p:cNvPr id="6" name="Picture 5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03BF655D-5295-2FE1-A959-05FC150B19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5564" y="479620"/>
            <a:ext cx="8910288" cy="4151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9972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FF9C4-ECC0-3BC0-8333-395D825BC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1301" y="731034"/>
            <a:ext cx="5385079" cy="985658"/>
          </a:xfrm>
        </p:spPr>
        <p:txBody>
          <a:bodyPr/>
          <a:lstStyle/>
          <a:p>
            <a:r>
              <a:rPr lang="hu-HU" sz="2500"/>
              <a:t>Csapatmunka, kommunikáció</a:t>
            </a:r>
            <a:endParaRPr lang="en-US" sz="2500">
              <a:solidFill>
                <a:srgbClr val="000000"/>
              </a:solidFill>
            </a:endParaRPr>
          </a:p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4A1732-ECD6-48C8-2996-2C89235A6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9B342-8FA2-D564-FDE5-D8C4D9443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E14B8-5058-4271-B378-2217DE83796E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BEDD9F-8942-8F82-C340-37B08EFBE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53</a:t>
            </a:fld>
            <a:endParaRPr lang="en-US"/>
          </a:p>
        </p:txBody>
      </p:sp>
      <p:pic>
        <p:nvPicPr>
          <p:cNvPr id="6" name="Content Placeholder 5" descr="A blue and black logo&#10;&#10;AI-generated content may be incorrect.">
            <a:extLst>
              <a:ext uri="{FF2B5EF4-FFF2-40B4-BE49-F238E27FC236}">
                <a16:creationId xmlns:a16="http://schemas.microsoft.com/office/drawing/2014/main" id="{85C3ED79-90D9-E4A2-3D12-058B375846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70678" y="1501609"/>
            <a:ext cx="7656701" cy="4308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991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04CE7-8C55-963F-A31D-8AD70563C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86295C-E330-1A8C-1805-13318C0E8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9D225-DB78-3BCC-983E-5D6244E77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E14B8-5058-4271-B378-2217DE83796E}" type="datetime1">
              <a:rPr lang="en-US" smtClean="0"/>
              <a:pPr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496D4A-2102-BD8A-3FB0-F155E9915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pPr/>
              <a:t>54</a:t>
            </a:fld>
            <a:endParaRPr lang="en-US"/>
          </a:p>
        </p:txBody>
      </p:sp>
      <p:pic>
        <p:nvPicPr>
          <p:cNvPr id="7" name="Content Placeholder 6" descr="A screenshot of a group of people&#10;&#10;AI-generated content may be incorrect.">
            <a:extLst>
              <a:ext uri="{FF2B5EF4-FFF2-40B4-BE49-F238E27FC236}">
                <a16:creationId xmlns:a16="http://schemas.microsoft.com/office/drawing/2014/main" id="{6503728A-1B1F-AC57-791D-11E52F2E0E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036" r="22134" b="-371"/>
          <a:stretch>
            <a:fillRect/>
          </a:stretch>
        </p:blipFill>
        <p:spPr>
          <a:xfrm>
            <a:off x="-2333" y="875"/>
            <a:ext cx="12195280" cy="6995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53172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1E33D-89EF-9F3A-568C-D6D79C57E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noProof="0"/>
              <a:t>Jövőbeli fejlődési lehetőségek</a:t>
            </a:r>
            <a:endParaRPr lang="hu-HU" noProof="0">
              <a:solidFill>
                <a:srgbClr val="FFFFFF"/>
              </a:solidFill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08132E-5E07-6958-D2DB-0131A46FC6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algn="just"/>
            <a:r>
              <a:rPr lang="hu-HU" noProof="0">
                <a:solidFill>
                  <a:srgbClr val="FFFFFF"/>
                </a:solidFill>
                <a:latin typeface="Neue Haas Grotesk Text Pro"/>
                <a:cs typeface="Times New Roman"/>
              </a:rPr>
              <a:t>Hűségprogram</a:t>
            </a:r>
          </a:p>
          <a:p>
            <a:pPr algn="just"/>
            <a:r>
              <a:rPr lang="hu-HU" noProof="0">
                <a:solidFill>
                  <a:srgbClr val="FFFFFF"/>
                </a:solidFill>
                <a:ea typeface="+mn-lt"/>
                <a:cs typeface="+mn-lt"/>
              </a:rPr>
              <a:t>Készletgazdálkodás</a:t>
            </a:r>
          </a:p>
          <a:p>
            <a:pPr algn="just"/>
            <a:r>
              <a:rPr lang="hu-HU" noProof="0">
                <a:solidFill>
                  <a:srgbClr val="FFFFFF"/>
                </a:solidFill>
                <a:ea typeface="+mn-lt"/>
                <a:cs typeface="+mn-lt"/>
              </a:rPr>
              <a:t>Külső házhozszállítási platformok integrációja</a:t>
            </a:r>
            <a:endParaRPr lang="en-US" noProof="0">
              <a:solidFill>
                <a:srgbClr val="FFFFFF"/>
              </a:solidFill>
              <a:ea typeface="+mn-lt"/>
              <a:cs typeface="+mn-lt"/>
            </a:endParaRPr>
          </a:p>
          <a:p>
            <a:pPr algn="just"/>
            <a:r>
              <a:rPr lang="hu-HU">
                <a:solidFill>
                  <a:srgbClr val="FFFFFF"/>
                </a:solidFill>
                <a:latin typeface="Neue Haas Grotesk Text Pro"/>
                <a:cs typeface="Times New Roman"/>
              </a:rPr>
              <a:t>Témák</a:t>
            </a:r>
          </a:p>
          <a:p>
            <a:pPr algn="just"/>
            <a:r>
              <a:rPr lang="hu-HU">
                <a:solidFill>
                  <a:srgbClr val="FFFFFF"/>
                </a:solidFill>
                <a:latin typeface="Neue Haas Grotesk Text Pro"/>
                <a:cs typeface="Times New Roman"/>
              </a:rPr>
              <a:t>Részletes utasítások a dolgozóknak</a:t>
            </a:r>
          </a:p>
          <a:p>
            <a:pPr algn="just"/>
            <a:endParaRPr lang="hu-HU" sz="1200" noProof="0">
              <a:solidFill>
                <a:srgbClr val="FFFFFF"/>
              </a:solidFill>
              <a:latin typeface="Neue Haas Grotesk Text Pro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63427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CAABB-D077-3777-A156-7036E87B6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5514" y="1196274"/>
            <a:ext cx="10508603" cy="1734866"/>
          </a:xfrm>
        </p:spPr>
        <p:txBody>
          <a:bodyPr/>
          <a:lstStyle/>
          <a:p>
            <a:r>
              <a:rPr lang="hu-HU" noProof="0">
                <a:ea typeface="+mj-lt"/>
                <a:cs typeface="+mj-lt"/>
              </a:rPr>
              <a:t>Összegzés, kérdések</a:t>
            </a:r>
          </a:p>
        </p:txBody>
      </p:sp>
    </p:spTree>
    <p:extLst>
      <p:ext uri="{BB962C8B-B14F-4D97-AF65-F5344CB8AC3E}">
        <p14:creationId xmlns:p14="http://schemas.microsoft.com/office/powerpoint/2010/main" val="6319114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D7A95-9645-30F3-5A7F-F2D770F2E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78400" y="1820486"/>
            <a:ext cx="6117459" cy="2762187"/>
          </a:xfrm>
        </p:spPr>
        <p:txBody>
          <a:bodyPr/>
          <a:lstStyle/>
          <a:p>
            <a:r>
              <a:rPr lang="hu-HU" noProof="0"/>
              <a:t>Köszönjük a figyelmet</a:t>
            </a:r>
          </a:p>
        </p:txBody>
      </p:sp>
    </p:spTree>
    <p:extLst>
      <p:ext uri="{BB962C8B-B14F-4D97-AF65-F5344CB8AC3E}">
        <p14:creationId xmlns:p14="http://schemas.microsoft.com/office/powerpoint/2010/main" val="2626574364"/>
      </p:ext>
    </p:extLst>
  </p:cSld>
  <p:clrMapOvr>
    <a:masterClrMapping/>
  </p:clrMapOvr>
</p:sld>
</file>

<file path=ppt/theme/theme1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_win32_Liz_v4" id="{15E0A01B-C0A0-4E33-97EB-A34D3C451DCF}" vid="{FB8E1E66-9252-4554-A1C4-ACC82554D81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TaxCatchAll xmlns="230e9df3-be65-4c73-a93b-d1236ebd677e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ImageTagsTaxHTField xmlns="71af3243-3dd4-4a8d-8c0d-dd76da1f02a5">
      <Terms xmlns="http://schemas.microsoft.com/office/infopath/2007/PartnerControls"/>
    </ImageTagsTaxHTField>
    <MediaServiceKeyPoints xmlns="71af3243-3dd4-4a8d-8c0d-dd76da1f02a5" xsi:nil="true"/>
    <SharedWithUsers xmlns="16c05727-aa75-4e4a-9b5f-8a80a1165891">
      <UserInfo>
        <DisplayName/>
        <AccountId xsi:nil="true"/>
        <AccountType/>
      </UserInfo>
    </SharedWithUsers>
  </documentManagement>
</p:properties>
</file>

<file path=customXml/itemProps1.xml><?xml version="1.0" encoding="utf-8"?>
<ds:datastoreItem xmlns:ds="http://schemas.openxmlformats.org/officeDocument/2006/customXml" ds:itemID="{C27E2546-C5EB-442C-BCA8-1B0D17D6142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B53938E-C8DA-4DDE-A937-0EA87B476A88}">
  <ds:schemaRefs>
    <ds:schemaRef ds:uri="16c05727-aa75-4e4a-9b5f-8a80a1165891"/>
    <ds:schemaRef ds:uri="230e9df3-be65-4c73-a93b-d1236ebd677e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60BF7B2-4A2B-4CA7-8150-68B962AD6E62}">
  <ds:schemaRefs>
    <ds:schemaRef ds:uri="16c05727-aa75-4e4a-9b5f-8a80a1165891"/>
    <ds:schemaRef ds:uri="230e9df3-be65-4c73-a93b-d1236ebd677e"/>
    <ds:schemaRef ds:uri="71af3243-3dd4-4a8d-8c0d-dd76da1f02a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280</Words>
  <Application>Microsoft Office PowerPoint</Application>
  <PresentationFormat>Widescreen</PresentationFormat>
  <Paragraphs>112</Paragraphs>
  <Slides>57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2" baseType="lpstr">
      <vt:lpstr>Aptos</vt:lpstr>
      <vt:lpstr>Arial</vt:lpstr>
      <vt:lpstr>Neue Haas Grotesk Text Pro</vt:lpstr>
      <vt:lpstr>Times New Roman</vt:lpstr>
      <vt:lpstr>Film burn</vt:lpstr>
      <vt:lpstr>FastFuel</vt:lpstr>
      <vt:lpstr>Bevezetés és Üzleti Logika</vt:lpstr>
      <vt:lpstr>Üzleti és felhasználói folyamat </vt:lpstr>
      <vt:lpstr>PowerPoint Presentation</vt:lpstr>
      <vt:lpstr>A Probléma</vt:lpstr>
      <vt:lpstr>Ki a célközönség? </vt:lpstr>
      <vt:lpstr>Miért a FastFuel?</vt:lpstr>
      <vt:lpstr>Technológia </vt:lpstr>
      <vt:lpstr>PowerPoint Presentation</vt:lpstr>
      <vt:lpstr>Funkciók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Adminisztrációs oldalak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Rendelés folyamata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Egyéb oldalak</vt:lpstr>
      <vt:lpstr>PowerPoint Presentation</vt:lpstr>
      <vt:lpstr>PowerPoint Presentation</vt:lpstr>
      <vt:lpstr>PowerPoint Presentation</vt:lpstr>
      <vt:lpstr>PowerPoint Presentation</vt:lpstr>
      <vt:lpstr>Fejlődés, Tanulságok és Q&amp;A </vt:lpstr>
      <vt:lpstr> 3 Nagy Kihívás </vt:lpstr>
      <vt:lpstr>Inkonzisztens kódformázás</vt:lpstr>
      <vt:lpstr>Jogosultságkezelés implementációja</vt:lpstr>
      <vt:lpstr>Csapatmunka, kommunikáció </vt:lpstr>
      <vt:lpstr>PowerPoint Presentation</vt:lpstr>
      <vt:lpstr>Jövőbeli fejlődési lehetőségek</vt:lpstr>
      <vt:lpstr>Összegzés, kérdések</vt:lpstr>
      <vt:lpstr>Köszönjük a figyelmet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Császár Zoltán</dc:creator>
  <cp:lastModifiedBy>Zoltán Császár</cp:lastModifiedBy>
  <cp:revision>86</cp:revision>
  <dcterms:created xsi:type="dcterms:W3CDTF">2026-04-18T10:56:54Z</dcterms:created>
  <dcterms:modified xsi:type="dcterms:W3CDTF">2026-04-25T15:50:42Z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  <property fmtid="{D5CDD505-2E9C-101B-9397-08002B2CF9AE}" pid="4" name="Order">
    <vt:r8>2365000</vt:r8>
  </property>
  <property fmtid="{D5CDD505-2E9C-101B-9397-08002B2CF9AE}" pid="5" name="xd_Signature">
    <vt:bool>false</vt:bool>
  </property>
  <property fmtid="{D5CDD505-2E9C-101B-9397-08002B2CF9AE}" pid="6" name="xd_ProgID">
    <vt:lpwstr/>
  </property>
  <property fmtid="{D5CDD505-2E9C-101B-9397-08002B2CF9AE}" pid="7" name="ComplianceAssetId">
    <vt:lpwstr/>
  </property>
  <property fmtid="{D5CDD505-2E9C-101B-9397-08002B2CF9AE}" pid="8" name="TemplateUrl">
    <vt:lpwstr/>
  </property>
  <property fmtid="{D5CDD505-2E9C-101B-9397-08002B2CF9AE}" pid="9" name="_ExtendedDescription">
    <vt:lpwstr/>
  </property>
  <property fmtid="{D5CDD505-2E9C-101B-9397-08002B2CF9AE}" pid="10" name="TriggerFlowInfo">
    <vt:lpwstr/>
  </property>
</Properties>
</file>